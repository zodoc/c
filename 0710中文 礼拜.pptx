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heme/theme6.xml" ContentType="application/vnd.openxmlformats-officedocument.theme+xml"/>
  <Override PartName="/ppt/tags/tag118.xml" ContentType="application/vnd.openxmlformats-officedocument.presentationml.tags+xml"/>
  <Override PartName="/ppt/notesSlides/notesSlide1.xml" ContentType="application/vnd.openxmlformats-officedocument.presentationml.notesSlide+xml"/>
  <Override PartName="/ppt/tags/tag119.xml" ContentType="application/vnd.openxmlformats-officedocument.presentationml.tags+xml"/>
  <Override PartName="/ppt/notesSlides/notesSlide2.xml" ContentType="application/vnd.openxmlformats-officedocument.presentationml.notesSlide+xml"/>
  <Override PartName="/ppt/tags/tag120.xml" ContentType="application/vnd.openxmlformats-officedocument.presentationml.tags+xml"/>
  <Override PartName="/ppt/notesSlides/notesSlide3.xml" ContentType="application/vnd.openxmlformats-officedocument.presentationml.notesSlide+xml"/>
  <Override PartName="/ppt/tags/tag12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2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2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4226" r:id="rId2"/>
    <p:sldMasterId id="2147484238" r:id="rId3"/>
    <p:sldMasterId id="2147484250" r:id="rId4"/>
    <p:sldMasterId id="2147484262" r:id="rId5"/>
  </p:sldMasterIdLst>
  <p:notesMasterIdLst>
    <p:notesMasterId r:id="rId49"/>
  </p:notesMasterIdLst>
  <p:sldIdLst>
    <p:sldId id="431" r:id="rId6"/>
    <p:sldId id="501" r:id="rId7"/>
    <p:sldId id="978" r:id="rId8"/>
    <p:sldId id="1009" r:id="rId9"/>
    <p:sldId id="261" r:id="rId10"/>
    <p:sldId id="266" r:id="rId11"/>
    <p:sldId id="267" r:id="rId12"/>
    <p:sldId id="1388" r:id="rId13"/>
    <p:sldId id="268" r:id="rId14"/>
    <p:sldId id="1389" r:id="rId15"/>
    <p:sldId id="269" r:id="rId16"/>
    <p:sldId id="1390" r:id="rId17"/>
    <p:sldId id="262" r:id="rId18"/>
    <p:sldId id="659" r:id="rId19"/>
    <p:sldId id="270" r:id="rId20"/>
    <p:sldId id="256" r:id="rId21"/>
    <p:sldId id="257" r:id="rId22"/>
    <p:sldId id="258" r:id="rId23"/>
    <p:sldId id="259" r:id="rId24"/>
    <p:sldId id="260" r:id="rId25"/>
    <p:sldId id="1395" r:id="rId26"/>
    <p:sldId id="1396" r:id="rId27"/>
    <p:sldId id="263" r:id="rId28"/>
    <p:sldId id="264" r:id="rId29"/>
    <p:sldId id="265" r:id="rId30"/>
    <p:sldId id="1397" r:id="rId31"/>
    <p:sldId id="1398" r:id="rId32"/>
    <p:sldId id="1399" r:id="rId33"/>
    <p:sldId id="1400" r:id="rId34"/>
    <p:sldId id="1401" r:id="rId35"/>
    <p:sldId id="271" r:id="rId36"/>
    <p:sldId id="272" r:id="rId37"/>
    <p:sldId id="1008" r:id="rId38"/>
    <p:sldId id="278" r:id="rId39"/>
    <p:sldId id="279" r:id="rId40"/>
    <p:sldId id="282" r:id="rId41"/>
    <p:sldId id="1393" r:id="rId42"/>
    <p:sldId id="283" r:id="rId43"/>
    <p:sldId id="284" r:id="rId44"/>
    <p:sldId id="1394" r:id="rId45"/>
    <p:sldId id="285" r:id="rId46"/>
    <p:sldId id="1392" r:id="rId47"/>
    <p:sldId id="286" r:id="rId48"/>
  </p:sldIdLst>
  <p:sldSz cx="9001125" cy="5400675"/>
  <p:notesSz cx="6858000" cy="9144000"/>
  <p:embeddedFontLst>
    <p:embeddedFont>
      <p:font typeface="SimHei" panose="02010609060101010101" pitchFamily="49" charset="-122"/>
      <p:regular r:id="rId50"/>
    </p:embeddedFont>
    <p:embeddedFont>
      <p:font typeface="KaiTi" panose="02010609060101010101" pitchFamily="49" charset="-122"/>
      <p:regular r:id="rId51"/>
    </p:embeddedFont>
    <p:embeddedFont>
      <p:font typeface="宋体" panose="02010600030101010101" pitchFamily="2" charset="-122"/>
      <p:regular r:id="rId52"/>
    </p:embeddedFont>
    <p:embeddedFont>
      <p:font typeface="宋体" panose="02010600030101010101" pitchFamily="2" charset="-122"/>
      <p:regular r:id="rId52"/>
    </p:embeddedFont>
    <p:embeddedFont>
      <p:font typeface="微软雅黑" panose="020B0503020204020204" pitchFamily="34" charset="-122"/>
      <p:regular r:id="rId53"/>
      <p:bold r:id="rId54"/>
    </p:embeddedFont>
    <p:embeddedFont>
      <p:font typeface="微软雅黑" panose="020B0503020204020204" pitchFamily="34" charset="-122"/>
      <p:regular r:id="rId53"/>
      <p:bold r:id="rId54"/>
    </p:embeddedFon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Calibri Light" panose="020F0302020204030204" pitchFamily="34" charset="0"/>
      <p:regular r:id="rId59"/>
      <p:italic r:id="rId60"/>
    </p:embeddedFont>
    <p:embeddedFont>
      <p:font typeface="Libre Franklin" pitchFamily="2" charset="0"/>
      <p:regular r:id="rId61"/>
      <p:bold r:id="rId62"/>
      <p:italic r:id="rId63"/>
      <p:boldItalic r:id="rId64"/>
    </p:embeddedFont>
    <p:embeddedFont>
      <p:font typeface="Libre Franklin Thin" pitchFamily="2" charset="0"/>
      <p:regular r:id="rId65"/>
      <p:bold r:id="rId66"/>
      <p:italic r:id="rId67"/>
      <p:boldItalic r:id="rId68"/>
    </p:embeddedFont>
    <p:embeddedFont>
      <p:font typeface="Malgun Gothic" panose="020B0503020000020004" pitchFamily="34" charset="-127"/>
      <p:regular r:id="rId69"/>
      <p:bold r:id="rId70"/>
    </p:embeddedFont>
    <p:embeddedFont>
      <p:font typeface="MS PGothic" panose="020B0600070205080204" pitchFamily="34" charset="-128"/>
      <p:regular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02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0" roundtripDataSignature="AMtx7mh/ydJelB5zHTjdSqhgUbLte5n3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509"/>
    <p:restoredTop sz="92041"/>
  </p:normalViewPr>
  <p:slideViewPr>
    <p:cSldViewPr snapToGrid="0">
      <p:cViewPr varScale="1">
        <p:scale>
          <a:sx n="84" d="100"/>
          <a:sy n="84" d="100"/>
        </p:scale>
        <p:origin x="192" y="1288"/>
      </p:cViewPr>
      <p:guideLst>
        <p:guide orient="horz" pos="1702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10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12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100" Type="http://customschemas.google.com/relationships/presentationmetadata" Target="metadata"/><Relationship Id="rId8" Type="http://schemas.openxmlformats.org/officeDocument/2006/relationships/slide" Target="slides/slide3.xml"/><Relationship Id="rId51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103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10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104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71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3" name="幻灯片图像占位符 1">
            <a:extLst>
              <a:ext uri="{FF2B5EF4-FFF2-40B4-BE49-F238E27FC236}">
                <a16:creationId xmlns:a16="http://schemas.microsoft.com/office/drawing/2014/main" id="{5007C38D-E4F2-629C-DA4F-0A9A04C9BD4E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61474" name="备注占位符 2">
            <a:extLst>
              <a:ext uri="{FF2B5EF4-FFF2-40B4-BE49-F238E27FC236}">
                <a16:creationId xmlns:a16="http://schemas.microsoft.com/office/drawing/2014/main" id="{55205508-8B2C-5E10-5DCE-F0C0A5419E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61475" name="灯片编号占位符 3">
            <a:extLst>
              <a:ext uri="{FF2B5EF4-FFF2-40B4-BE49-F238E27FC236}">
                <a16:creationId xmlns:a16="http://schemas.microsoft.com/office/drawing/2014/main" id="{54018AC9-B52F-978C-8B74-B96AC947F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86F4C3D-FD49-BE40-8F75-F371345DE83B}" type="slidenum">
              <a:rPr lang="zh-CN" altLang="en-US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3" name="幻灯片图像占位符 1">
            <a:extLst>
              <a:ext uri="{FF2B5EF4-FFF2-40B4-BE49-F238E27FC236}">
                <a16:creationId xmlns:a16="http://schemas.microsoft.com/office/drawing/2014/main" id="{8E2B8BE9-0AE1-AB11-834F-59068DE64D05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04834" name="备注占位符 2">
            <a:extLst>
              <a:ext uri="{FF2B5EF4-FFF2-40B4-BE49-F238E27FC236}">
                <a16:creationId xmlns:a16="http://schemas.microsoft.com/office/drawing/2014/main" id="{6582B5E0-CA5B-6FA9-9582-A60F2E0A30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504835" name="灯片编号占位符 3">
            <a:extLst>
              <a:ext uri="{FF2B5EF4-FFF2-40B4-BE49-F238E27FC236}">
                <a16:creationId xmlns:a16="http://schemas.microsoft.com/office/drawing/2014/main" id="{F9CD5730-07EF-34C6-CE51-CF80C6AA0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964E417-5649-1E40-BCB3-1713CC52A2DD}" type="slidenum">
              <a:rPr lang="zh-CN" altLang="en-US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729" name="幻灯片图像占位符 1">
            <a:extLst>
              <a:ext uri="{FF2B5EF4-FFF2-40B4-BE49-F238E27FC236}">
                <a16:creationId xmlns:a16="http://schemas.microsoft.com/office/drawing/2014/main" id="{6A97CA65-D28D-CF88-80CB-55361B795A6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481730" name="备注占位符 2">
            <a:extLst>
              <a:ext uri="{FF2B5EF4-FFF2-40B4-BE49-F238E27FC236}">
                <a16:creationId xmlns:a16="http://schemas.microsoft.com/office/drawing/2014/main" id="{A9470420-610D-24AC-B651-9227CE1480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481731" name="灯片编号占位符 3">
            <a:extLst>
              <a:ext uri="{FF2B5EF4-FFF2-40B4-BE49-F238E27FC236}">
                <a16:creationId xmlns:a16="http://schemas.microsoft.com/office/drawing/2014/main" id="{3B0D1F77-FBD1-AD2D-B1F5-20FF0A5F52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2111F0E-CF08-B24F-B0FE-7C94418A8F19}" type="slidenum">
              <a:rPr lang="zh-CN" altLang="en-US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217" name="幻灯片图像占位符 1">
            <a:extLst>
              <a:ext uri="{FF2B5EF4-FFF2-40B4-BE49-F238E27FC236}">
                <a16:creationId xmlns:a16="http://schemas.microsoft.com/office/drawing/2014/main" id="{6D67BDD1-A001-D7C7-9707-99CB4730C7C2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545218" name="备注占位符 2">
            <a:extLst>
              <a:ext uri="{FF2B5EF4-FFF2-40B4-BE49-F238E27FC236}">
                <a16:creationId xmlns:a16="http://schemas.microsoft.com/office/drawing/2014/main" id="{D5247F6E-3AFB-431B-AE24-CC5567B9961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545219" name="灯片编号占位符 3">
            <a:extLst>
              <a:ext uri="{FF2B5EF4-FFF2-40B4-BE49-F238E27FC236}">
                <a16:creationId xmlns:a16="http://schemas.microsoft.com/office/drawing/2014/main" id="{C4827BD9-E9A4-D54E-35B1-35B8E20D96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551937D-CE51-0E4B-A7F6-E5B835A4E995}" type="slidenum">
              <a:rPr lang="zh-CN" altLang="en-US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8859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028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095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7" name="幻灯片图像占位符 1">
            <a:extLst>
              <a:ext uri="{FF2B5EF4-FFF2-40B4-BE49-F238E27FC236}">
                <a16:creationId xmlns:a16="http://schemas.microsoft.com/office/drawing/2014/main" id="{D10145BF-E910-1FDE-0878-3D87B9B0C585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828418" name="备注占位符 2">
            <a:extLst>
              <a:ext uri="{FF2B5EF4-FFF2-40B4-BE49-F238E27FC236}">
                <a16:creationId xmlns:a16="http://schemas.microsoft.com/office/drawing/2014/main" id="{DB273D2C-2B85-AE48-2BE6-88F3F819A6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828419" name="灯片编号占位符 3">
            <a:extLst>
              <a:ext uri="{FF2B5EF4-FFF2-40B4-BE49-F238E27FC236}">
                <a16:creationId xmlns:a16="http://schemas.microsoft.com/office/drawing/2014/main" id="{4D7C8112-17DA-18B8-6996-37EAA11E0A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32EEC0-04DD-F047-A153-C4DE3EBE4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169" name="幻灯片图像占位符 1">
            <a:extLst>
              <a:ext uri="{FF2B5EF4-FFF2-40B4-BE49-F238E27FC236}">
                <a16:creationId xmlns:a16="http://schemas.microsoft.com/office/drawing/2014/main" id="{402130CA-05BD-411A-A888-D8C4D11709C0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543170" name="备注占位符 2">
            <a:extLst>
              <a:ext uri="{FF2B5EF4-FFF2-40B4-BE49-F238E27FC236}">
                <a16:creationId xmlns:a16="http://schemas.microsoft.com/office/drawing/2014/main" id="{A078BE44-6660-D116-9195-C2D7825C0F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543171" name="灯片编号占位符 3">
            <a:extLst>
              <a:ext uri="{FF2B5EF4-FFF2-40B4-BE49-F238E27FC236}">
                <a16:creationId xmlns:a16="http://schemas.microsoft.com/office/drawing/2014/main" id="{104CA6B1-75C6-21ED-AE57-7EC88ADE6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762716B-5C6D-6F4E-8CAA-AF95F0FE21C1}" type="slidenum">
              <a:rPr lang="zh-CN" altLang="en-US"/>
              <a:pPr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7959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38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39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39961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41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0073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4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화면">
  <p:cSld name="1_빈화면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35"/>
          <p:cNvCxnSpPr/>
          <p:nvPr/>
        </p:nvCxnSpPr>
        <p:spPr>
          <a:xfrm>
            <a:off x="506313" y="4213058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35"/>
          <p:cNvSpPr txBox="1">
            <a:spLocks noGrp="1"/>
          </p:cNvSpPr>
          <p:nvPr>
            <p:ph type="ctrTitle"/>
          </p:nvPr>
        </p:nvSpPr>
        <p:spPr>
          <a:xfrm>
            <a:off x="375058" y="3822063"/>
            <a:ext cx="8326041" cy="9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subTitle" idx="1"/>
          </p:nvPr>
        </p:nvSpPr>
        <p:spPr>
          <a:xfrm>
            <a:off x="375058" y="3060382"/>
            <a:ext cx="8326041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5"/>
          <p:cNvSpPr txBox="1">
            <a:spLocks noGrp="1"/>
          </p:cNvSpPr>
          <p:nvPr>
            <p:ph type="sldNum" idx="12"/>
          </p:nvPr>
        </p:nvSpPr>
        <p:spPr>
          <a:xfrm>
            <a:off x="8101024" y="5098238"/>
            <a:ext cx="747093" cy="1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40"/>
          <p:cNvCxnSpPr/>
          <p:nvPr/>
        </p:nvCxnSpPr>
        <p:spPr>
          <a:xfrm>
            <a:off x="506313" y="2712871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40"/>
          <p:cNvSpPr txBox="1">
            <a:spLocks noGrp="1"/>
          </p:cNvSpPr>
          <p:nvPr>
            <p:ph type="body" idx="1"/>
          </p:nvPr>
        </p:nvSpPr>
        <p:spPr>
          <a:xfrm>
            <a:off x="375058" y="1320176"/>
            <a:ext cx="8326041" cy="96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DCD0B0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1" name="Google Shape;111;p40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0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0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4" name="Google Shape;114;p40"/>
          <p:cNvSpPr txBox="1">
            <a:spLocks noGrp="1"/>
          </p:cNvSpPr>
          <p:nvPr>
            <p:ph type="title"/>
          </p:nvPr>
        </p:nvSpPr>
        <p:spPr>
          <a:xfrm>
            <a:off x="177666" y="2320830"/>
            <a:ext cx="8551069" cy="9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ibre Franklin Th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两栏内容" type="twoObj">
  <p:cSld name="TWO_OBJECT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1"/>
          <p:cNvSpPr txBox="1">
            <a:spLocks noGrp="1"/>
          </p:cNvSpPr>
          <p:nvPr>
            <p:ph type="title"/>
          </p:nvPr>
        </p:nvSpPr>
        <p:spPr>
          <a:xfrm>
            <a:off x="297047" y="360047"/>
            <a:ext cx="8551069" cy="66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1"/>
          </p:nvPr>
        </p:nvSpPr>
        <p:spPr>
          <a:xfrm>
            <a:off x="300037" y="1260158"/>
            <a:ext cx="4125516" cy="37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body" idx="2"/>
          </p:nvPr>
        </p:nvSpPr>
        <p:spPr>
          <a:xfrm>
            <a:off x="4575572" y="1260158"/>
            <a:ext cx="4275534" cy="37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1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1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比较" type="twoTxTwoObj">
  <p:cSld name="TWO_OBJECTS_WITH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2"/>
          <p:cNvSpPr txBox="1">
            <a:spLocks noGrp="1"/>
          </p:cNvSpPr>
          <p:nvPr>
            <p:ph type="title"/>
          </p:nvPr>
        </p:nvSpPr>
        <p:spPr>
          <a:xfrm>
            <a:off x="300049" y="4260533"/>
            <a:ext cx="8476059" cy="69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Libre Franklin Th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1"/>
          </p:nvPr>
        </p:nvSpPr>
        <p:spPr>
          <a:xfrm>
            <a:off x="277046" y="525076"/>
            <a:ext cx="4223516" cy="50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body" idx="2"/>
          </p:nvPr>
        </p:nvSpPr>
        <p:spPr>
          <a:xfrm>
            <a:off x="4572461" y="525076"/>
            <a:ext cx="4225175" cy="50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6" name="Google Shape;126;p42"/>
          <p:cNvSpPr txBox="1">
            <a:spLocks noGrp="1"/>
          </p:cNvSpPr>
          <p:nvPr>
            <p:ph type="body" idx="3"/>
          </p:nvPr>
        </p:nvSpPr>
        <p:spPr>
          <a:xfrm>
            <a:off x="277046" y="1036382"/>
            <a:ext cx="4223516" cy="310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7" name="Google Shape;127;p42"/>
          <p:cNvSpPr txBox="1">
            <a:spLocks noGrp="1"/>
          </p:cNvSpPr>
          <p:nvPr>
            <p:ph type="body" idx="4"/>
          </p:nvPr>
        </p:nvSpPr>
        <p:spPr>
          <a:xfrm>
            <a:off x="4576093" y="1036382"/>
            <a:ext cx="4221528" cy="310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8" name="Google Shape;128;p42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2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2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31" name="Google Shape;131;p42"/>
          <p:cNvCxnSpPr/>
          <p:nvPr/>
        </p:nvCxnSpPr>
        <p:spPr>
          <a:xfrm>
            <a:off x="506313" y="4740603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仅标题" type="titleOnly">
  <p:cSld name="TITLE_ONL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3"/>
          <p:cNvSpPr txBox="1">
            <a:spLocks noGrp="1"/>
          </p:cNvSpPr>
          <p:nvPr>
            <p:ph type="title"/>
          </p:nvPr>
        </p:nvSpPr>
        <p:spPr>
          <a:xfrm>
            <a:off x="297047" y="360047"/>
            <a:ext cx="8551069" cy="66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内容与标题" type="objTx">
  <p:cSld name="OBJECT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44"/>
          <p:cNvCxnSpPr/>
          <p:nvPr/>
        </p:nvCxnSpPr>
        <p:spPr>
          <a:xfrm>
            <a:off x="506313" y="4606190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44"/>
          <p:cNvSpPr txBox="1">
            <a:spLocks noGrp="1"/>
          </p:cNvSpPr>
          <p:nvPr>
            <p:ph type="title"/>
          </p:nvPr>
        </p:nvSpPr>
        <p:spPr>
          <a:xfrm>
            <a:off x="450057" y="4320540"/>
            <a:ext cx="8326041" cy="41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Thin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body" idx="1"/>
          </p:nvPr>
        </p:nvSpPr>
        <p:spPr>
          <a:xfrm>
            <a:off x="450070" y="480061"/>
            <a:ext cx="2961308" cy="378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body" idx="2"/>
          </p:nvPr>
        </p:nvSpPr>
        <p:spPr>
          <a:xfrm>
            <a:off x="3519201" y="480061"/>
            <a:ext cx="5256907" cy="378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66395" algn="l">
              <a:spcBef>
                <a:spcPts val="620"/>
              </a:spcBef>
              <a:spcAft>
                <a:spcPts val="0"/>
              </a:spcAft>
              <a:buSzPts val="2170"/>
              <a:buChar char="🞭"/>
              <a:defRPr sz="31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🞤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🞫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🞲"/>
              <a:defRPr sz="2000"/>
            </a:lvl4pPr>
            <a:lvl5pPr marL="2286000" lvl="4" indent="-304800" algn="l">
              <a:spcBef>
                <a:spcPts val="400"/>
              </a:spcBef>
              <a:spcAft>
                <a:spcPts val="0"/>
              </a:spcAft>
              <a:buSzPts val="1200"/>
              <a:buChar char="🞩"/>
              <a:defRPr sz="20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图片与标题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5"/>
          <p:cNvSpPr>
            <a:spLocks noGrp="1"/>
          </p:cNvSpPr>
          <p:nvPr>
            <p:ph type="pic" idx="2"/>
          </p:nvPr>
        </p:nvSpPr>
        <p:spPr>
          <a:xfrm>
            <a:off x="3450431" y="485601"/>
            <a:ext cx="4950619" cy="288036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reflection stA="49000" endA="500" endPos="10000" dist="900" dir="5400000" sy="-90000" algn="bl" rotWithShape="0"/>
          </a:effectLst>
        </p:spPr>
        <p:txBody>
          <a:bodyPr spcFirstLastPara="1" wrap="square" lIns="89825" tIns="44900" rIns="89825" bIns="44900" anchor="t" anchorCtr="0">
            <a:normAutofit/>
          </a:bodyPr>
          <a:lstStyle>
            <a:lvl1pPr marR="0" lvl="0" algn="l" rtl="0"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2170"/>
              <a:buFont typeface="Noto Sans Symbols"/>
              <a:buNone/>
              <a:defRPr sz="31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7" name="Google Shape;147;p45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5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5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50" name="Google Shape;150;p45"/>
          <p:cNvSpPr txBox="1">
            <a:spLocks noGrp="1"/>
          </p:cNvSpPr>
          <p:nvPr>
            <p:ph type="title"/>
          </p:nvPr>
        </p:nvSpPr>
        <p:spPr>
          <a:xfrm>
            <a:off x="375047" y="3932587"/>
            <a:ext cx="5775722" cy="41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Thin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5"/>
          <p:cNvSpPr txBox="1">
            <a:spLocks noGrp="1"/>
          </p:cNvSpPr>
          <p:nvPr>
            <p:ph type="body" idx="1"/>
          </p:nvPr>
        </p:nvSpPr>
        <p:spPr>
          <a:xfrm>
            <a:off x="375047" y="4357420"/>
            <a:ext cx="5775722" cy="60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800" tIns="0" rIns="89825" bIns="449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81940" algn="l">
              <a:spcBef>
                <a:spcPts val="240"/>
              </a:spcBef>
              <a:spcAft>
                <a:spcPts val="0"/>
              </a:spcAft>
              <a:buSzPts val="840"/>
              <a:buChar char="🞤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🞫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🞲"/>
              <a:defRPr sz="900"/>
            </a:lvl4pPr>
            <a:lvl5pPr marL="2286000" lvl="4" indent="-262889" algn="l">
              <a:spcBef>
                <a:spcPts val="180"/>
              </a:spcBef>
              <a:spcAft>
                <a:spcPts val="0"/>
              </a:spcAft>
              <a:buSzPts val="540"/>
              <a:buChar char="🞩"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和竖排文字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6"/>
          <p:cNvSpPr txBox="1">
            <a:spLocks noGrp="1"/>
          </p:cNvSpPr>
          <p:nvPr>
            <p:ph type="title"/>
          </p:nvPr>
        </p:nvSpPr>
        <p:spPr>
          <a:xfrm>
            <a:off x="300037" y="360045"/>
            <a:ext cx="8551069" cy="66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6"/>
          <p:cNvSpPr txBox="1">
            <a:spLocks noGrp="1"/>
          </p:cNvSpPr>
          <p:nvPr>
            <p:ph type="body" idx="1"/>
          </p:nvPr>
        </p:nvSpPr>
        <p:spPr>
          <a:xfrm rot="5400000">
            <a:off x="2793474" y="-1269533"/>
            <a:ext cx="3564195" cy="8551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55" name="Google Shape;155;p46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6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6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垂直排列标题与文本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7"/>
          <p:cNvSpPr txBox="1">
            <a:spLocks noGrp="1"/>
          </p:cNvSpPr>
          <p:nvPr>
            <p:ph type="title"/>
          </p:nvPr>
        </p:nvSpPr>
        <p:spPr>
          <a:xfrm rot="5400000">
            <a:off x="5346929" y="1836485"/>
            <a:ext cx="4608077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7"/>
          <p:cNvSpPr txBox="1">
            <a:spLocks noGrp="1"/>
          </p:cNvSpPr>
          <p:nvPr>
            <p:ph type="body" idx="1"/>
          </p:nvPr>
        </p:nvSpPr>
        <p:spPr>
          <a:xfrm rot="5400000">
            <a:off x="1221403" y="-338787"/>
            <a:ext cx="4608077" cy="6150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61" name="Google Shape;161;p47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7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7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빈화면">
  <p:cSld name="2_빈화면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anchor="t">
            <a:noAutofit/>
          </a:bodyPr>
          <a:lstStyle>
            <a:lvl1pPr algn="ctr">
              <a:defRPr sz="3987" b="0" spc="443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94562" y="2808351"/>
            <a:ext cx="8012003" cy="748900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72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 algn="ctr">
              <a:buNone/>
              <a:defRPr sz="1477"/>
            </a:lvl2pPr>
            <a:lvl3pPr marL="675102" indent="0" algn="ctr">
              <a:buNone/>
              <a:defRPr sz="1329"/>
            </a:lvl3pPr>
            <a:lvl4pPr marL="1012652" indent="0" algn="ctr">
              <a:buNone/>
              <a:defRPr sz="1181"/>
            </a:lvl4pPr>
            <a:lvl5pPr marL="1350203" indent="0" algn="ctr">
              <a:buNone/>
              <a:defRPr sz="1181"/>
            </a:lvl5pPr>
            <a:lvl6pPr marL="1687754" indent="0" algn="ctr">
              <a:buNone/>
              <a:defRPr sz="1181"/>
            </a:lvl6pPr>
            <a:lvl7pPr marL="2025305" indent="0" algn="ctr">
              <a:buNone/>
              <a:defRPr sz="1181"/>
            </a:lvl7pPr>
            <a:lvl8pPr marL="2362855" indent="0" algn="ctr">
              <a:buNone/>
              <a:defRPr sz="1181"/>
            </a:lvl8pPr>
            <a:lvl9pPr marL="2700406" indent="0" algn="ctr">
              <a:buNone/>
              <a:defRPr sz="1181"/>
            </a:lvl9pPr>
          </a:lstStyle>
          <a:p>
            <a:r>
              <a:rPr lang="zh-CN" altLang="en-US" noProof="1"/>
              <a:t>单击此处编辑副标题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A194E-0793-F9B9-614B-7EBBE86DF85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02C864-C19E-D301-365C-5B4DB371707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86EFE5-FC27-3AE8-ECED-9A9228684AA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BC1F1C5-07D0-234F-A4B3-5423336196A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543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562" y="1020600"/>
            <a:ext cx="8012003" cy="3970067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58C26E-CA31-2789-1100-D052F14728D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9EF974-B3A6-5F18-726E-98B3C123C04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08824-E27C-7D37-A2F0-9833D78ADB5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560B99E-464D-6249-820E-93721F4FC90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579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97" y="2999375"/>
            <a:ext cx="8012003" cy="492065"/>
          </a:xfrm>
        </p:spPr>
        <p:txBody>
          <a:bodyPr rIns="63500" anchor="t">
            <a:noAutofit/>
          </a:bodyPr>
          <a:lstStyle>
            <a:lvl1pPr>
              <a:defRPr sz="2658" b="0" u="none" strike="noStrike" kern="1200" cap="none" spc="221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4593" y="3552945"/>
            <a:ext cx="8012003" cy="84891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181" b="0" i="0" u="none" strike="noStrike" kern="1200" cap="none" spc="111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2pPr>
            <a:lvl3pPr marL="675102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65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20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754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30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85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40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D85AC6-1778-3CF8-DC97-28F416790D2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FF3D1-DE14-B070-1201-F9090BA7F3D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11916-C051-E761-FF7C-219E630D363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3E3DC11-973D-D54C-AC3B-C1960B0C8CD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065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046" y="1020600"/>
            <a:ext cx="3900519" cy="3969000"/>
          </a:xfrm>
        </p:spPr>
        <p:txBody>
          <a:bodyPr>
            <a:noAutofit/>
          </a:bodyPr>
          <a:lstStyle>
            <a:lvl1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027D6F7-3C05-13D0-4803-81C43B50D21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567D341-5A8D-DEB4-C687-68F1A4E6D32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87A2DFD-5540-725C-3AC7-B443C142D2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63CC5B1-D51F-9745-9518-DE10B1DFD8C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30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94597" y="1020600"/>
            <a:ext cx="3900519" cy="300040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477" b="1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4593" y="1408872"/>
            <a:ext cx="3900488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03737" y="1020600"/>
            <a:ext cx="3900519" cy="300040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47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03737" y="1408872"/>
            <a:ext cx="3900519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BD44D344-2DC1-F7D1-CF77-73FFF7D1E12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227A9E0-E525-F403-949B-A5DAF11A13B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5F37295-46A5-1DA4-3226-1775E0AFA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5122774-DE5E-A74A-9AE9-F98CF98F4DB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325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90F8C81-0849-4B6A-2072-9426D3B7541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CAFF909-9869-7BB8-C2D5-CED4974D1C7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2BE1C99-47DA-3373-3C25-7CBCC72B6D2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06CF8BE-ED41-1B49-816C-26554F31C31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25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3535D9D-C7C2-FB54-C2ED-266416347AB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6775DBF0-8ADA-CF45-E0A0-BD67A7AA267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48E7DE9-DB39-57D4-11AE-9D21ED2FCC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2B7DDF9-9A34-484B-B1FC-10C881A3121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90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None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06081" y="1020600"/>
            <a:ext cx="3900519" cy="3969000"/>
          </a:xfrm>
        </p:spPr>
        <p:txBody>
          <a:bodyPr rtlCol="0">
            <a:norm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B568456-BDC4-51A7-BAF2-BD615BFE0A1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BECC20-877C-C72E-0641-5327F5E1E86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211AB87-6CF8-1E94-D9D5-C3AC5965F6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1EEB4EF-972E-A644-B18E-8E05F6E9D14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657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04471" y="750101"/>
            <a:ext cx="702094" cy="4243764"/>
          </a:xfrm>
        </p:spPr>
        <p:txBody>
          <a:bodyPr vert="eaVert"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772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4593" y="750094"/>
            <a:ext cx="7255903" cy="4243764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714515-210A-3CF7-3D57-23CCD430BE8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61DCF2-505E-242F-DA70-782DBF318E5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1CA1D8-C391-5A75-8E7F-993CC0F4DCA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9575D67-F71F-004A-AD7C-0F95433FF6B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581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4597" y="750100"/>
            <a:ext cx="8012003" cy="3969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76237344-3A7C-58BC-EEC1-C4C18B62C0AD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1D95D59-7A3C-957D-F31B-C5FCCCF4C794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D2B27C7-0169-4F4E-A494-794ADE1DA783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BA670D3-50D4-6F40-8509-4CA7ACF94E0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841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rtlCol="0" anchor="t">
            <a:noAutofit/>
          </a:bodyPr>
          <a:lstStyle>
            <a:lvl1pPr marL="0" marR="0" algn="ctr" defTabSz="675102" rtl="0" eaLnBrk="1" fontAlgn="auto" latinLnBrk="0" hangingPunct="1">
              <a:lnSpc>
                <a:spcPct val="100000"/>
              </a:lnSpc>
              <a:buNone/>
              <a:defRPr kumimoji="0" lang="zh-CN" altLang="en-US" sz="3987" b="0" i="0" u="none" strike="noStrike" kern="1200" cap="none" spc="443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单击此处编辑标题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123895E-F675-028B-547A-57807D377C0A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91E52AC8-62DB-1DF6-D020-3EA573BBDC1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A176A7D-2554-1900-C235-1EFEC99224D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38DFE7B-8BD1-B54D-886D-C61E879649E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1036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anchor="t">
            <a:noAutofit/>
          </a:bodyPr>
          <a:lstStyle>
            <a:lvl1pPr algn="ctr">
              <a:defRPr sz="3987" b="0" spc="443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94562" y="2808351"/>
            <a:ext cx="8012003" cy="748900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72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 algn="ctr">
              <a:buNone/>
              <a:defRPr sz="1477"/>
            </a:lvl2pPr>
            <a:lvl3pPr marL="675102" indent="0" algn="ctr">
              <a:buNone/>
              <a:defRPr sz="1329"/>
            </a:lvl3pPr>
            <a:lvl4pPr marL="1012652" indent="0" algn="ctr">
              <a:buNone/>
              <a:defRPr sz="1181"/>
            </a:lvl4pPr>
            <a:lvl5pPr marL="1350203" indent="0" algn="ctr">
              <a:buNone/>
              <a:defRPr sz="1181"/>
            </a:lvl5pPr>
            <a:lvl6pPr marL="1687754" indent="0" algn="ctr">
              <a:buNone/>
              <a:defRPr sz="1181"/>
            </a:lvl6pPr>
            <a:lvl7pPr marL="2025305" indent="0" algn="ctr">
              <a:buNone/>
              <a:defRPr sz="1181"/>
            </a:lvl7pPr>
            <a:lvl8pPr marL="2362855" indent="0" algn="ctr">
              <a:buNone/>
              <a:defRPr sz="1181"/>
            </a:lvl8pPr>
            <a:lvl9pPr marL="2700406" indent="0" algn="ctr">
              <a:buNone/>
              <a:defRPr sz="1181"/>
            </a:lvl9pPr>
          </a:lstStyle>
          <a:p>
            <a:r>
              <a:rPr lang="zh-CN" altLang="en-US" noProof="1"/>
              <a:t>单击此处编辑副标题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E5D5D8-F7A5-99F4-C92F-7AFB5ECEE09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9F8AE-8132-9012-5ABC-18A60301738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37C2C-A44B-E6A9-E7D5-19ABBA42C1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D1D9FED-25AC-994A-89FB-018D4719A8A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526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562" y="1020600"/>
            <a:ext cx="8012003" cy="3970067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73E63-787C-5221-6ADB-98020698E29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754EE0-812B-92E0-8C58-1A671F65127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500DA-0C6B-AC50-6B1C-1BD3FFB7631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0E29F88-C98C-F44E-A54F-DB0D1FC2174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6843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97" y="2999375"/>
            <a:ext cx="8012003" cy="492065"/>
          </a:xfrm>
        </p:spPr>
        <p:txBody>
          <a:bodyPr rIns="63500" anchor="t">
            <a:noAutofit/>
          </a:bodyPr>
          <a:lstStyle>
            <a:lvl1pPr>
              <a:defRPr sz="2658" b="0" u="none" strike="noStrike" kern="1200" cap="none" spc="221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4593" y="3552945"/>
            <a:ext cx="8012003" cy="84891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181" b="0" i="0" u="none" strike="noStrike" kern="1200" cap="none" spc="111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2pPr>
            <a:lvl3pPr marL="675102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65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20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754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30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85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40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28D783-F67C-3201-E4F7-90D73AC8CC1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F2FE9-8D29-E963-7E2F-6BF16D5BB01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4119E1-05D5-21AB-00F6-5ECD177895B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726E4C1-A7CF-1144-A1D8-9E96A4ED12C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31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046" y="1020600"/>
            <a:ext cx="3900519" cy="3969000"/>
          </a:xfrm>
        </p:spPr>
        <p:txBody>
          <a:bodyPr>
            <a:noAutofit/>
          </a:bodyPr>
          <a:lstStyle>
            <a:lvl1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B1ED184-A684-1A64-94AC-F104EC8B8E3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53B2DB5-97F5-06F3-2936-42779421CCA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3ECB80A-0354-A208-C450-68DFA67266F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55FF5F0-1F80-7040-8BAC-DB99F6AD4BE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7895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94597" y="1020600"/>
            <a:ext cx="3900519" cy="300040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477" b="1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4593" y="1408872"/>
            <a:ext cx="3900488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03737" y="1020600"/>
            <a:ext cx="3900519" cy="300040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47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03737" y="1408872"/>
            <a:ext cx="3900519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9832FF27-0045-28D4-0745-BD7CE493E17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2067AC4-AE70-0891-0136-563C3DA56BD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34718979-F782-D87C-B447-000F967720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54DB03A-8872-4E42-82FF-605DE8C8ED7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4843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470AA721-2B88-71F1-B9F1-6DA60EA8F71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236CC46-90F4-E9AA-E615-4310B29EC9E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D371DC5-F448-DE8D-424F-D2CDE03F25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C662607-BB29-AB4A-8BF8-FC2543C03FF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482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0461E66-AFF4-D2D5-D964-AD08D0A5894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69B52520-F553-470E-7363-420A85BE6BD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89B52162-A598-8A45-3CDA-A8AADE744F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14107F8-8DF8-174A-9670-8EE4B2CE647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8644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None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06081" y="1020600"/>
            <a:ext cx="3900519" cy="3969000"/>
          </a:xfrm>
        </p:spPr>
        <p:txBody>
          <a:bodyPr rtlCol="0">
            <a:norm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9B12CE9-DC82-864C-15B3-6440DAC203E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3B19511-D877-687B-0912-7CA86CE692F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1E6F75C-660A-C399-8DF2-3229EBE75B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EB5F500-90E2-9E4E-BEE5-5D2FB0A4DC6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8564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04471" y="750101"/>
            <a:ext cx="702094" cy="4243764"/>
          </a:xfrm>
        </p:spPr>
        <p:txBody>
          <a:bodyPr vert="eaVert"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772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4593" y="750094"/>
            <a:ext cx="7255903" cy="4243764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3CA9F7-E1A1-B466-C776-8B3F9D8BB16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65D7E-0F3C-9207-F5D3-CEE4AB79315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87BE53-99C7-D3EE-372B-D8E254A1CA0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67703BD-7959-454F-9D41-CBC02E9BAB6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8066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4597" y="750100"/>
            <a:ext cx="8012003" cy="3969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82E35A3-4B69-7F79-149F-41F957C2B872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F0C0C2A-23E3-B024-6F4B-28E20D60DB89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FB0BD76-5017-85F5-9BCC-EF0C71725B8B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43C578C-EEF8-C14B-9D67-72B4257D636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187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rtlCol="0" anchor="t">
            <a:noAutofit/>
          </a:bodyPr>
          <a:lstStyle>
            <a:lvl1pPr marL="0" marR="0" algn="ctr" defTabSz="675102" rtl="0" eaLnBrk="1" fontAlgn="auto" latinLnBrk="0" hangingPunct="1">
              <a:lnSpc>
                <a:spcPct val="100000"/>
              </a:lnSpc>
              <a:buNone/>
              <a:defRPr kumimoji="0" lang="zh-CN" altLang="en-US" sz="3987" b="0" i="0" u="none" strike="noStrike" kern="1200" cap="none" spc="443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单击此处编辑标题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6B18A5E3-3E81-289E-8185-9A8D22665B5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FE7DAB22-BB9E-F01A-5425-0E9FD16CC3A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A9E3B2E-6C87-911D-C2AC-A4A93C3ED48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3116978-9E36-3143-AFD7-BA1137DF5CC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7632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141" y="883861"/>
            <a:ext cx="6750844" cy="1880235"/>
          </a:xfrm>
        </p:spPr>
        <p:txBody>
          <a:bodyPr anchor="b"/>
          <a:lstStyle>
            <a:lvl1pPr algn="ctr">
              <a:defRPr sz="44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141" y="2836605"/>
            <a:ext cx="6750844" cy="1303913"/>
          </a:xfrm>
        </p:spPr>
        <p:txBody>
          <a:bodyPr/>
          <a:lstStyle>
            <a:lvl1pPr marL="0" indent="0" algn="ctr">
              <a:buNone/>
              <a:defRPr sz="1772"/>
            </a:lvl1pPr>
            <a:lvl2pPr marL="337551" indent="0" algn="ctr">
              <a:buNone/>
              <a:defRPr sz="1477"/>
            </a:lvl2pPr>
            <a:lvl3pPr marL="675102" indent="0" algn="ctr">
              <a:buNone/>
              <a:defRPr sz="1329"/>
            </a:lvl3pPr>
            <a:lvl4pPr marL="1012652" indent="0" algn="ctr">
              <a:buNone/>
              <a:defRPr sz="1181"/>
            </a:lvl4pPr>
            <a:lvl5pPr marL="1350203" indent="0" algn="ctr">
              <a:buNone/>
              <a:defRPr sz="1181"/>
            </a:lvl5pPr>
            <a:lvl6pPr marL="1687754" indent="0" algn="ctr">
              <a:buNone/>
              <a:defRPr sz="1181"/>
            </a:lvl6pPr>
            <a:lvl7pPr marL="2025305" indent="0" algn="ctr">
              <a:buNone/>
              <a:defRPr sz="1181"/>
            </a:lvl7pPr>
            <a:lvl8pPr marL="2362855" indent="0" algn="ctr">
              <a:buNone/>
              <a:defRPr sz="1181"/>
            </a:lvl8pPr>
            <a:lvl9pPr marL="2700406" indent="0" algn="ctr">
              <a:buNone/>
              <a:defRPr sz="118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694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562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139" y="1346419"/>
            <a:ext cx="7763470" cy="2246530"/>
          </a:xfrm>
        </p:spPr>
        <p:txBody>
          <a:bodyPr anchor="b"/>
          <a:lstStyle>
            <a:lvl1pPr>
              <a:defRPr sz="44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139" y="3614203"/>
            <a:ext cx="7763470" cy="1181397"/>
          </a:xfrm>
        </p:spPr>
        <p:txBody>
          <a:bodyPr/>
          <a:lstStyle>
            <a:lvl1pPr marL="0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1pPr>
            <a:lvl2pPr marL="33755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2pPr>
            <a:lvl3pPr marL="675102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65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20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754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30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85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40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283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827" y="1437680"/>
            <a:ext cx="3825478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820" y="1437680"/>
            <a:ext cx="3825478" cy="34266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784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000" y="287536"/>
            <a:ext cx="7763470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000" y="1323916"/>
            <a:ext cx="3807897" cy="648831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00" y="1972747"/>
            <a:ext cx="3807897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819" y="1323916"/>
            <a:ext cx="3826651" cy="648831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819" y="1972747"/>
            <a:ext cx="3826651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393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856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74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000" y="360045"/>
            <a:ext cx="2903097" cy="1260158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6650" y="777597"/>
            <a:ext cx="4556820" cy="3837980"/>
          </a:xfrm>
        </p:spPr>
        <p:txBody>
          <a:bodyPr/>
          <a:lstStyle>
            <a:lvl1pPr>
              <a:defRPr sz="2363"/>
            </a:lvl1pPr>
            <a:lvl2pPr>
              <a:defRPr sz="2067"/>
            </a:lvl2pPr>
            <a:lvl3pPr>
              <a:defRPr sz="177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000" y="1620202"/>
            <a:ext cx="2903097" cy="3001626"/>
          </a:xfrm>
        </p:spPr>
        <p:txBody>
          <a:bodyPr/>
          <a:lstStyle>
            <a:lvl1pPr marL="0" indent="0">
              <a:buNone/>
              <a:defRPr sz="1181"/>
            </a:lvl1pPr>
            <a:lvl2pPr marL="337551" indent="0">
              <a:buNone/>
              <a:defRPr sz="1034"/>
            </a:lvl2pPr>
            <a:lvl3pPr marL="675102" indent="0">
              <a:buNone/>
              <a:defRPr sz="886"/>
            </a:lvl3pPr>
            <a:lvl4pPr marL="1012652" indent="0">
              <a:buNone/>
              <a:defRPr sz="738"/>
            </a:lvl4pPr>
            <a:lvl5pPr marL="1350203" indent="0">
              <a:buNone/>
              <a:defRPr sz="738"/>
            </a:lvl5pPr>
            <a:lvl6pPr marL="1687754" indent="0">
              <a:buNone/>
              <a:defRPr sz="738"/>
            </a:lvl6pPr>
            <a:lvl7pPr marL="2025305" indent="0">
              <a:buNone/>
              <a:defRPr sz="738"/>
            </a:lvl7pPr>
            <a:lvl8pPr marL="2362855" indent="0">
              <a:buNone/>
              <a:defRPr sz="738"/>
            </a:lvl8pPr>
            <a:lvl9pPr marL="2700406" indent="0">
              <a:buNone/>
              <a:defRPr sz="7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279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000" y="360045"/>
            <a:ext cx="2903097" cy="1260158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6650" y="777597"/>
            <a:ext cx="4556820" cy="3837980"/>
          </a:xfrm>
        </p:spPr>
        <p:txBody>
          <a:bodyPr anchor="t"/>
          <a:lstStyle>
            <a:lvl1pPr marL="0" indent="0">
              <a:buNone/>
              <a:defRPr sz="2363"/>
            </a:lvl1pPr>
            <a:lvl2pPr marL="337551" indent="0">
              <a:buNone/>
              <a:defRPr sz="2067"/>
            </a:lvl2pPr>
            <a:lvl3pPr marL="675102" indent="0">
              <a:buNone/>
              <a:defRPr sz="1772"/>
            </a:lvl3pPr>
            <a:lvl4pPr marL="1012652" indent="0">
              <a:buNone/>
              <a:defRPr sz="1477"/>
            </a:lvl4pPr>
            <a:lvl5pPr marL="1350203" indent="0">
              <a:buNone/>
              <a:defRPr sz="1477"/>
            </a:lvl5pPr>
            <a:lvl6pPr marL="1687754" indent="0">
              <a:buNone/>
              <a:defRPr sz="1477"/>
            </a:lvl6pPr>
            <a:lvl7pPr marL="2025305" indent="0">
              <a:buNone/>
              <a:defRPr sz="1477"/>
            </a:lvl7pPr>
            <a:lvl8pPr marL="2362855" indent="0">
              <a:buNone/>
              <a:defRPr sz="1477"/>
            </a:lvl8pPr>
            <a:lvl9pPr marL="2700406" indent="0">
              <a:buNone/>
              <a:defRPr sz="147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000" y="1620202"/>
            <a:ext cx="2903097" cy="3001626"/>
          </a:xfrm>
        </p:spPr>
        <p:txBody>
          <a:bodyPr/>
          <a:lstStyle>
            <a:lvl1pPr marL="0" indent="0">
              <a:buNone/>
              <a:defRPr sz="1181"/>
            </a:lvl1pPr>
            <a:lvl2pPr marL="337551" indent="0">
              <a:buNone/>
              <a:defRPr sz="1034"/>
            </a:lvl2pPr>
            <a:lvl3pPr marL="675102" indent="0">
              <a:buNone/>
              <a:defRPr sz="886"/>
            </a:lvl3pPr>
            <a:lvl4pPr marL="1012652" indent="0">
              <a:buNone/>
              <a:defRPr sz="738"/>
            </a:lvl4pPr>
            <a:lvl5pPr marL="1350203" indent="0">
              <a:buNone/>
              <a:defRPr sz="738"/>
            </a:lvl5pPr>
            <a:lvl6pPr marL="1687754" indent="0">
              <a:buNone/>
              <a:defRPr sz="738"/>
            </a:lvl6pPr>
            <a:lvl7pPr marL="2025305" indent="0">
              <a:buNone/>
              <a:defRPr sz="738"/>
            </a:lvl7pPr>
            <a:lvl8pPr marL="2362855" indent="0">
              <a:buNone/>
              <a:defRPr sz="738"/>
            </a:lvl8pPr>
            <a:lvl9pPr marL="2700406" indent="0">
              <a:buNone/>
              <a:defRPr sz="7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1048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76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1430" y="287536"/>
            <a:ext cx="1940868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827" y="287536"/>
            <a:ext cx="5710089" cy="45768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696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anchor="t">
            <a:noAutofit/>
          </a:bodyPr>
          <a:lstStyle>
            <a:lvl1pPr algn="ctr">
              <a:defRPr sz="3987" b="0" spc="443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94562" y="2808351"/>
            <a:ext cx="8012003" cy="748900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72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 algn="ctr">
              <a:buNone/>
              <a:defRPr sz="1477"/>
            </a:lvl2pPr>
            <a:lvl3pPr marL="675102" indent="0" algn="ctr">
              <a:buNone/>
              <a:defRPr sz="1329"/>
            </a:lvl3pPr>
            <a:lvl4pPr marL="1012652" indent="0" algn="ctr">
              <a:buNone/>
              <a:defRPr sz="1181"/>
            </a:lvl4pPr>
            <a:lvl5pPr marL="1350203" indent="0" algn="ctr">
              <a:buNone/>
              <a:defRPr sz="1181"/>
            </a:lvl5pPr>
            <a:lvl6pPr marL="1687754" indent="0" algn="ctr">
              <a:buNone/>
              <a:defRPr sz="1181"/>
            </a:lvl6pPr>
            <a:lvl7pPr marL="2025305" indent="0" algn="ctr">
              <a:buNone/>
              <a:defRPr sz="1181"/>
            </a:lvl7pPr>
            <a:lvl8pPr marL="2362855" indent="0" algn="ctr">
              <a:buNone/>
              <a:defRPr sz="1181"/>
            </a:lvl8pPr>
            <a:lvl9pPr marL="2700406" indent="0" algn="ctr">
              <a:buNone/>
              <a:defRPr sz="1181"/>
            </a:lvl9pPr>
          </a:lstStyle>
          <a:p>
            <a:r>
              <a:rPr lang="zh-CN" altLang="en-US" noProof="1"/>
              <a:t>单击此处编辑副标题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21B8B3-6DE1-0DDD-1760-7119E6978C8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A68DF-DAAD-94AB-37A2-8ECF0436624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4A6830-20C6-28DA-513A-0DCB57E470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AA1151C-ED23-C244-9F5C-1927601D3CD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0347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562" y="1020600"/>
            <a:ext cx="8012003" cy="3970067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5DC2E-0483-2239-C763-B71D343DE7F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DFA38D-AB91-0828-194C-8FA0B31F1D6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E9B0A-1174-05AA-D341-126206C0D60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0B459-DA35-E940-A356-73AEC5C44C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1283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97" y="2999375"/>
            <a:ext cx="8012003" cy="492065"/>
          </a:xfrm>
        </p:spPr>
        <p:txBody>
          <a:bodyPr rIns="63500" anchor="t">
            <a:noAutofit/>
          </a:bodyPr>
          <a:lstStyle>
            <a:lvl1pPr>
              <a:defRPr sz="2658" b="0" u="none" strike="noStrike" kern="1200" cap="none" spc="221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4593" y="3552945"/>
            <a:ext cx="8012003" cy="84891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181" b="0" i="0" u="none" strike="noStrike" kern="1200" cap="none" spc="111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2pPr>
            <a:lvl3pPr marL="675102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65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20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754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30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85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40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B13FD-F39B-3BE3-3D33-75B56A002F1B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67C1E-6A85-50F5-75A9-E6C8DF75E6D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5F082-4FD9-19E8-BFE7-45F5C99EB0E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C7EC62B-0256-1542-B0F9-37D4E0BF66A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798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046" y="1020600"/>
            <a:ext cx="3900519" cy="3969000"/>
          </a:xfrm>
        </p:spPr>
        <p:txBody>
          <a:bodyPr>
            <a:noAutofit/>
          </a:bodyPr>
          <a:lstStyle>
            <a:lvl1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C895A8A-BD66-A73E-738D-A6E8FD0606B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B65CEAB-5952-31B1-E4B0-29DD4449CBD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9237935-0767-D33B-A2D3-A81CFE248AD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F039073-33DB-4A4A-8D99-78F6009E4CA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385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94597" y="1020600"/>
            <a:ext cx="3900519" cy="300040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477" b="1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4593" y="1408872"/>
            <a:ext cx="3900488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03737" y="1020600"/>
            <a:ext cx="3900519" cy="300040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47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03737" y="1408872"/>
            <a:ext cx="3900519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950B47D6-B25B-77E2-40F8-62BE67E4A5F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28ADB322-E110-FF4D-EE57-B2DA631FEE2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3675B3C-FE70-0584-8749-4036B8E9FC4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96B970A-A57A-AE48-BFBB-4E07159B6E7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6779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E75499C0-C41F-0866-F4F9-FE22E6586F3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DB11A13-1F77-379B-7094-BCFCF224277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742B1C1-DF9E-EAD3-648C-D0DF71D878E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4DA813D-D475-9140-A6FB-5B0B4FB84CE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923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255E96E9-EBBF-5FAD-BEFE-3983749E9B2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ADFB71D7-6786-4F43-046A-0F8834F3355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EECA60D6-943F-568B-40BE-8B37559CEEC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FB757B6-9A5B-A448-A414-7E23747C5A5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9338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None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06081" y="1020600"/>
            <a:ext cx="3900519" cy="3969000"/>
          </a:xfrm>
        </p:spPr>
        <p:txBody>
          <a:bodyPr rtlCol="0">
            <a:norm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E1ED7E5-98D1-9434-0379-104B6E8EFD8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0AB73CF-BA84-1B06-CEEE-A60741AC030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523627-B55F-E5D4-561C-244F1F5D6CD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E02A824-27D8-3142-8632-857F13D7AFC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6303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04471" y="750101"/>
            <a:ext cx="702094" cy="4243764"/>
          </a:xfrm>
        </p:spPr>
        <p:txBody>
          <a:bodyPr vert="eaVert"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772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4593" y="750094"/>
            <a:ext cx="7255903" cy="4243764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DA0E2F-D05C-C8E3-8364-AE6BFC09041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39B08-C510-4818-24A6-B8C1EFAB197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FE090F-A745-EDA3-44D9-FB8930986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383E765-47D2-104A-8AB0-34FA1AAE1C6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6130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4597" y="750100"/>
            <a:ext cx="8012003" cy="3969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F047385B-DDE6-442B-E33D-D18C72EBAF0D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F9B6DDE-48FC-DA33-B38E-2DA96457F5AC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CD691BF-EEFE-6920-7CE7-9ED99D8D6C8F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7F84B9E-BB01-A348-AD7C-FBB36299635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525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rtlCol="0" anchor="t">
            <a:noAutofit/>
          </a:bodyPr>
          <a:lstStyle>
            <a:lvl1pPr marL="0" marR="0" algn="ctr" defTabSz="675102" rtl="0" eaLnBrk="1" fontAlgn="auto" latinLnBrk="0" hangingPunct="1">
              <a:lnSpc>
                <a:spcPct val="100000"/>
              </a:lnSpc>
              <a:buNone/>
              <a:defRPr kumimoji="0" lang="zh-CN" altLang="en-US" sz="3987" b="0" i="0" u="none" strike="noStrike" kern="1200" cap="none" spc="443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单击此处编辑标题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D9BD9E-3E39-1550-2E12-E4E7B1508CB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5180690-4FD4-CFE0-7940-1C37A23908B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5DED9EF-9D76-AD0D-343B-1355766885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A5F2A64-6756-FF4A-BAA2-C8EBDFE51F0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85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tags" Target="../tags/tag44.xml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43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42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tags" Target="../tags/tag83.xml"/><Relationship Id="rId2" Type="http://schemas.openxmlformats.org/officeDocument/2006/relationships/slideLayout" Target="../slideLayouts/slideLayout46.xml"/><Relationship Id="rId16" Type="http://schemas.openxmlformats.org/officeDocument/2006/relationships/tags" Target="../tags/tag82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tags" Target="../tags/tag81.xml"/><Relationship Id="rId10" Type="http://schemas.openxmlformats.org/officeDocument/2006/relationships/slideLayout" Target="../slideLayouts/slideLayout54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ags" Target="../tags/tag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33"/>
          <p:cNvCxnSpPr/>
          <p:nvPr/>
        </p:nvCxnSpPr>
        <p:spPr>
          <a:xfrm>
            <a:off x="506313" y="827592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33"/>
          <p:cNvSpPr txBox="1">
            <a:spLocks noGrp="1"/>
          </p:cNvSpPr>
          <p:nvPr>
            <p:ph type="body" idx="1"/>
          </p:nvPr>
        </p:nvSpPr>
        <p:spPr>
          <a:xfrm>
            <a:off x="300037" y="1223904"/>
            <a:ext cx="8551069" cy="356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marR="0" lvl="0" indent="-366395" algn="l" rtl="0"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2170"/>
              <a:buFont typeface="Noto Sans Symbols"/>
              <a:buChar char="🞭"/>
              <a:defRPr sz="31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306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528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8956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89559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81940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4" name="Google Shape;84;p33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6" name="Google Shape;86;p33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title"/>
          </p:nvPr>
        </p:nvSpPr>
        <p:spPr>
          <a:xfrm>
            <a:off x="300037" y="360045"/>
            <a:ext cx="8551069" cy="66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Libre Franklin Thin"/>
              <a:buNone/>
              <a:defRPr sz="3500" b="0" i="0" u="none" strike="noStrike" cap="none">
                <a:solidFill>
                  <a:schemeClr val="dk2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88" name="Google Shape;88;p33"/>
          <p:cNvCxnSpPr/>
          <p:nvPr/>
        </p:nvCxnSpPr>
        <p:spPr>
          <a:xfrm>
            <a:off x="506313" y="827592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33"/>
          <p:cNvCxnSpPr/>
          <p:nvPr/>
        </p:nvCxnSpPr>
        <p:spPr>
          <a:xfrm>
            <a:off x="506313" y="833174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2E4953A-B458-4C58-5A73-89E38A36FBC3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494593" y="340042"/>
            <a:ext cx="8011939" cy="51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BF2E1225-5A5E-7D64-01AB-5B97355C7FC4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4"/>
            </p:custDataLst>
          </p:nvPr>
        </p:nvSpPr>
        <p:spPr bwMode="auto">
          <a:xfrm>
            <a:off x="494593" y="1020128"/>
            <a:ext cx="8011939" cy="39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C34C9-136C-4A49-BEB6-709440F51E0D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49300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DEAFC5B0-BAD0-C842-B59D-56137E5683AA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B9DF5-7753-9CD7-86B3-75289CA3B590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39052" y="5000626"/>
            <a:ext cx="2923022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377189-0A28-1847-8CFB-8B9AD160A2A5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357044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0494D9EB-7D5F-544A-8D1A-DEFA680340E0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24D76E4C-EE3C-2722-070E-F31B273FC468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34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656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7" r:id="rId1"/>
    <p:sldLayoutId id="2147484228" r:id="rId2"/>
    <p:sldLayoutId id="2147484229" r:id="rId3"/>
    <p:sldLayoutId id="2147484230" r:id="rId4"/>
    <p:sldLayoutId id="2147484231" r:id="rId5"/>
    <p:sldLayoutId id="2147484232" r:id="rId6"/>
    <p:sldLayoutId id="2147484233" r:id="rId7"/>
    <p:sldLayoutId id="2147484234" r:id="rId8"/>
    <p:sldLayoutId id="2147484235" r:id="rId9"/>
    <p:sldLayoutId id="2147484236" r:id="rId10"/>
    <p:sldLayoutId id="214748423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067" b="1" kern="1200" spc="148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37551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6pPr>
      <a:lvl7pPr marL="67510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7pPr>
      <a:lvl8pPr marL="101265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8pPr>
      <a:lvl9pPr marL="1350203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9pPr>
    </p:titleStyle>
    <p:bodyStyle>
      <a:lvl1pPr marL="168775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1pPr>
      <a:lvl2pPr marL="506326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2pPr>
      <a:lvl3pPr marL="843877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3pPr>
      <a:lvl4pPr marL="118142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4pPr>
      <a:lvl5pPr marL="151897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5pPr>
      <a:lvl6pPr marL="1856529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4080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63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918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10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65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203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754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30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85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406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634F60F2-55B4-F922-8CD6-F67EC70F3A32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494593" y="340042"/>
            <a:ext cx="8011939" cy="51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D0D7084-F229-A4DC-9365-42E3AB85984D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4"/>
            </p:custDataLst>
          </p:nvPr>
        </p:nvSpPr>
        <p:spPr bwMode="auto">
          <a:xfrm>
            <a:off x="494593" y="1020128"/>
            <a:ext cx="8011939" cy="39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C65F2-EA74-F35B-9719-B543E644AED5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49300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C5DDDA17-7C3E-9547-A4F6-A899841E1AC2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B7AE7-AE40-AED4-2244-ABDC1ACC30AF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39052" y="5000626"/>
            <a:ext cx="2923022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A46811-7D5B-5EEF-1C93-689000EB832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357044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702F5215-B3E3-BB4F-B743-A092B7967A0B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43655DBA-20DE-BEE0-7972-BD3EC8E8B7C6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34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454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9" r:id="rId1"/>
    <p:sldLayoutId id="2147484240" r:id="rId2"/>
    <p:sldLayoutId id="2147484241" r:id="rId3"/>
    <p:sldLayoutId id="2147484242" r:id="rId4"/>
    <p:sldLayoutId id="2147484243" r:id="rId5"/>
    <p:sldLayoutId id="2147484244" r:id="rId6"/>
    <p:sldLayoutId id="2147484245" r:id="rId7"/>
    <p:sldLayoutId id="2147484246" r:id="rId8"/>
    <p:sldLayoutId id="2147484247" r:id="rId9"/>
    <p:sldLayoutId id="2147484248" r:id="rId10"/>
    <p:sldLayoutId id="214748424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067" b="1" kern="1200" spc="148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37551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6pPr>
      <a:lvl7pPr marL="67510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7pPr>
      <a:lvl8pPr marL="101265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8pPr>
      <a:lvl9pPr marL="1350203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9pPr>
    </p:titleStyle>
    <p:bodyStyle>
      <a:lvl1pPr marL="168775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1pPr>
      <a:lvl2pPr marL="506326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2pPr>
      <a:lvl3pPr marL="843877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3pPr>
      <a:lvl4pPr marL="118142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4pPr>
      <a:lvl5pPr marL="151897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5pPr>
      <a:lvl6pPr marL="1856529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4080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63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918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10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65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203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754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30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85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406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828" y="287536"/>
            <a:ext cx="776347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828" y="1437680"/>
            <a:ext cx="776347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827" y="5005626"/>
            <a:ext cx="202525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623" y="5005626"/>
            <a:ext cx="303788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7045" y="5005626"/>
            <a:ext cx="202525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2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252" r:id="rId2"/>
    <p:sldLayoutId id="2147484253" r:id="rId3"/>
    <p:sldLayoutId id="2147484254" r:id="rId4"/>
    <p:sldLayoutId id="2147484255" r:id="rId5"/>
    <p:sldLayoutId id="2147484256" r:id="rId6"/>
    <p:sldLayoutId id="2147484257" r:id="rId7"/>
    <p:sldLayoutId id="2147484258" r:id="rId8"/>
    <p:sldLayoutId id="2147484259" r:id="rId9"/>
    <p:sldLayoutId id="2147484260" r:id="rId10"/>
    <p:sldLayoutId id="2147484261" r:id="rId11"/>
  </p:sldLayoutIdLst>
  <p:txStyles>
    <p:titleStyle>
      <a:lvl1pPr algn="l" defTabSz="675102" rtl="0" eaLnBrk="1" latinLnBrk="0" hangingPunct="1">
        <a:lnSpc>
          <a:spcPct val="90000"/>
        </a:lnSpc>
        <a:spcBef>
          <a:spcPct val="0"/>
        </a:spcBef>
        <a:buNone/>
        <a:defRPr sz="32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775" indent="-168775" algn="l" defTabSz="675102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1pPr>
      <a:lvl2pPr marL="506326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43877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181428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518978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856529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4080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63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918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10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65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203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754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30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85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406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F3CB447-04BF-ED0B-86CC-E50478B64754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494593" y="340042"/>
            <a:ext cx="8011939" cy="51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06DBCC2A-DBFA-41EE-5151-210DDEDE61FB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4"/>
            </p:custDataLst>
          </p:nvPr>
        </p:nvSpPr>
        <p:spPr bwMode="auto">
          <a:xfrm>
            <a:off x="494593" y="1020128"/>
            <a:ext cx="8011939" cy="39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8EB27-EABD-E27B-A5E1-8B31FC69C12F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49300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B618B0AB-2CF0-9E4E-AAFD-75EDCACE8FF6}" type="datetime1">
              <a:rPr lang="zh-CN" altLang="en-US"/>
              <a:pPr/>
              <a:t>2022/7/10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0B947-654C-6208-9F5E-6149A5370FCD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39052" y="5000626"/>
            <a:ext cx="2923022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674120-3189-D33F-6779-CB71D19261C9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357044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EDE4EE13-710B-FB46-B0C7-F7A693A24E63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D010C2B5-C33A-DA01-F005-7AF10F48CDA4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34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531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3" r:id="rId1"/>
    <p:sldLayoutId id="2147484264" r:id="rId2"/>
    <p:sldLayoutId id="2147484265" r:id="rId3"/>
    <p:sldLayoutId id="2147484266" r:id="rId4"/>
    <p:sldLayoutId id="2147484267" r:id="rId5"/>
    <p:sldLayoutId id="2147484268" r:id="rId6"/>
    <p:sldLayoutId id="2147484269" r:id="rId7"/>
    <p:sldLayoutId id="2147484270" r:id="rId8"/>
    <p:sldLayoutId id="2147484271" r:id="rId9"/>
    <p:sldLayoutId id="2147484272" r:id="rId10"/>
    <p:sldLayoutId id="214748427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067" b="1" kern="1200" spc="148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37551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6pPr>
      <a:lvl7pPr marL="67510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7pPr>
      <a:lvl8pPr marL="101265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8pPr>
      <a:lvl9pPr marL="1350203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9pPr>
    </p:titleStyle>
    <p:bodyStyle>
      <a:lvl1pPr marL="168775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1pPr>
      <a:lvl2pPr marL="506326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2pPr>
      <a:lvl3pPr marL="843877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3pPr>
      <a:lvl4pPr marL="118142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4pPr>
      <a:lvl5pPr marL="151897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5pPr>
      <a:lvl6pPr marL="1856529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4080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63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918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10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65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203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754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30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85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406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5.xml"/><Relationship Id="rId1" Type="http://schemas.openxmlformats.org/officeDocument/2006/relationships/tags" Target="../tags/tag1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0454805-52C0-FEF8-6F47-08C5AAA7ED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西罗亚光明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D61EF0-8488-4401-C26D-77466E7A9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黑暗的晚上，漆黑的夜晚，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向着黎明我在寻找，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虽有钟声与鸡鸣在耳畔，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但我眼前仍然是黑暗。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316A73-5537-751C-A3AA-0569D17A3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哦，主啊，向祢献上满心感谢，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赐给我西罗亚光明，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让我在祢永远的慈爱之中，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永远、永远的不离开。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27DC59-BA3D-08AE-10A9-FA6481500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我初次遇见救主的时候，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是在凄凉的黎明中，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我深深感到在主的里面，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有那无穷无尽的慈爱。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61A704C-2F54-2197-F4FA-A00AD0C06C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高过一切的名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24CE30-9A10-EBF5-796D-D89AECF55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高过一切的名，尊贵的圣名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耶稣是主，耶稣是主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万民屈膝跪拜，万国都敬拜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主耶稣是万有之主宰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D6D4F4-D1F2-3536-EDD9-DA3F72BAE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耶稣是主，耶稣是主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全天下万物都仰望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那宝座前把荣耀归给主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耶稣，耶稣，耶稣是主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BD31521-9E45-2839-2AE2-4FBBEEC160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越来越刚强的信心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8B856E-4858-ED6A-61FC-4B282AA79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在这集合的我们，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都是蒙我自主恩宠的人。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我深深深深知道，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主与我们同在。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53E676-C551-C40D-710B-919C2E745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到如今我赞美主，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信心坚定跟随主。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在今世面对试炼，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我相信神与我同在。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2FE547-C12E-D560-9121-76D413E40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这信心越来越刚强，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主膀瞥保护我们。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黑暗中主的大光照亮，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引导我们的路。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44253E-D9A5-80E3-B967-A59609E8C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主计划奇妙莫名，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是我们无法测度，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我深深深深知道，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我在主永恒旨意里，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64954D-28F4-5E32-ACCD-BC6EE02D4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主恩言在我心中，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我生命一天比一天新，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路途中有时倾跌，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我相信最后必胜利。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E643679-F188-EA84-0511-038A9EA6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主啊，差遣我！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4275CB-1C9A-6A29-5FD3-7BBEC1984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主啊，求祢使用我，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作祢合用的器皿，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不管山有多高，不管路有多远，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我愿意努力向前。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B41AD1-1A22-16A8-7DB6-2ACC6B76B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主啊，求祢差遣我，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到祢所指之地，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不管浪有多大，不管风有多狂，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我愿意永不回头。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4B7B10-E5E7-E006-C9CF-46CC04832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差遣我，差遣我，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为了千万灵魂，祢差遣我。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差遣我，差遣我，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为了中华归主，祢差遣我。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"/>
          <p:cNvSpPr/>
          <p:nvPr/>
        </p:nvSpPr>
        <p:spPr>
          <a:xfrm>
            <a:off x="10" y="2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64705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80" name="Google Shape;280;p6"/>
          <p:cNvGrpSpPr/>
          <p:nvPr/>
        </p:nvGrpSpPr>
        <p:grpSpPr>
          <a:xfrm>
            <a:off x="1219537" y="1116161"/>
            <a:ext cx="5507593" cy="3481503"/>
            <a:chOff x="2632363" y="1837538"/>
            <a:chExt cx="3879273" cy="3182922"/>
          </a:xfrm>
        </p:grpSpPr>
        <p:sp>
          <p:nvSpPr>
            <p:cNvPr id="281" name="Google Shape;281;p6"/>
            <p:cNvSpPr/>
            <p:nvPr/>
          </p:nvSpPr>
          <p:spPr>
            <a:xfrm>
              <a:off x="2632363" y="1837538"/>
              <a:ext cx="3879273" cy="3182922"/>
            </a:xfrm>
            <a:prstGeom prst="wedgeRoundRectCallout">
              <a:avLst>
                <a:gd name="adj1" fmla="val -36109"/>
                <a:gd name="adj2" fmla="val 64439"/>
                <a:gd name="adj3" fmla="val 16667"/>
              </a:avLst>
            </a:prstGeom>
            <a:solidFill>
              <a:schemeClr val="dk1">
                <a:alpha val="29803"/>
              </a:schemeClr>
            </a:solidFill>
            <a:ln w="38100" cap="flat" cmpd="sng">
              <a:solidFill>
                <a:schemeClr val="lt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2772712" y="2108669"/>
              <a:ext cx="3598588" cy="2419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各位亲爱的弟兄姊妹</a:t>
              </a:r>
              <a:endParaRPr sz="3200" b="1" i="0" u="none" strike="noStrike" cap="none" dirty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主内平安！</a:t>
              </a:r>
              <a:endParaRPr sz="3200" b="0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欢迎第一次来这里的朋友们</a:t>
              </a:r>
              <a:endParaRPr sz="3200" b="1" i="0" u="none" strike="noStrike" cap="none" dirty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耶稣爱你！</a:t>
              </a:r>
              <a:endParaRPr sz="1000" b="0" i="0" u="none" strike="noStrike" cap="none" dirty="0">
                <a:solidFill>
                  <a:srgbClr val="FFFF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 txBox="1"/>
          <p:nvPr/>
        </p:nvSpPr>
        <p:spPr>
          <a:xfrm>
            <a:off x="1908277" y="1836243"/>
            <a:ext cx="5472608" cy="110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使 徒 信 经</a:t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1476226" y="1692225"/>
            <a:ext cx="5112568" cy="144016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 txBox="1"/>
          <p:nvPr/>
        </p:nvSpPr>
        <p:spPr>
          <a:xfrm>
            <a:off x="10" y="654357"/>
            <a:ext cx="9001125" cy="378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我信上帝全能的父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创造天地的主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我信我主耶稣基督</a:t>
            </a:r>
            <a:endParaRPr lang="zh-CN" altLang="en-US"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上帝独生的子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 txBox="1"/>
          <p:nvPr/>
        </p:nvSpPr>
        <p:spPr>
          <a:xfrm>
            <a:off x="-71433" y="671449"/>
            <a:ext cx="9143990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因圣灵感孕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由童贞女马利亚所生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在本丢彼拉多手下受难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8670074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/>
        </p:nvSpPr>
        <p:spPr>
          <a:xfrm>
            <a:off x="-1" y="870381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被钉于十字架，受死，埋葬</a:t>
            </a:r>
            <a:r>
              <a:rPr lang="en-US" alt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6000" b="1" dirty="0">
                <a:solidFill>
                  <a:schemeClr val="dk1"/>
                </a:solidFill>
              </a:rPr>
              <a:t> </a:t>
            </a: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降在阴间</a:t>
            </a:r>
            <a:endParaRPr sz="6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第三天从死人中复活升天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/>
        </p:nvSpPr>
        <p:spPr>
          <a:xfrm>
            <a:off x="-68367" y="870381"/>
            <a:ext cx="9137857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坐在全能父上帝的右边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将来必从那里降临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审判活人死人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90637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 txBox="1"/>
          <p:nvPr/>
        </p:nvSpPr>
        <p:spPr>
          <a:xfrm>
            <a:off x="-1" y="860509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我信圣灵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我信圣而公之教会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我信圣徒相通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 txBox="1"/>
          <p:nvPr/>
        </p:nvSpPr>
        <p:spPr>
          <a:xfrm>
            <a:off x="-1" y="860509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我信罪得赦免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我信身体复活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我信永生。阿们。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317341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"/>
          <p:cNvSpPr/>
          <p:nvPr/>
        </p:nvSpPr>
        <p:spPr>
          <a:xfrm>
            <a:off x="10" y="0"/>
            <a:ext cx="9001125" cy="5400676"/>
          </a:xfrm>
          <a:prstGeom prst="roundRect">
            <a:avLst>
              <a:gd name="adj" fmla="val 0"/>
            </a:avLst>
          </a:prstGeom>
          <a:solidFill>
            <a:schemeClr val="dk1">
              <a:alpha val="44705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89" name="Google Shape;289;p7"/>
          <p:cNvGrpSpPr/>
          <p:nvPr/>
        </p:nvGrpSpPr>
        <p:grpSpPr>
          <a:xfrm>
            <a:off x="1590067" y="1485566"/>
            <a:ext cx="5821011" cy="1794490"/>
            <a:chOff x="2035834" y="1992702"/>
            <a:chExt cx="7884544" cy="2278717"/>
          </a:xfrm>
        </p:grpSpPr>
        <p:sp>
          <p:nvSpPr>
            <p:cNvPr id="290" name="Google Shape;290;p7"/>
            <p:cNvSpPr txBox="1"/>
            <p:nvPr/>
          </p:nvSpPr>
          <p:spPr>
            <a:xfrm>
              <a:off x="3765373" y="2163150"/>
              <a:ext cx="4425468" cy="1543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3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默    祷</a:t>
              </a:r>
              <a:endParaRPr sz="7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7"/>
          <p:cNvSpPr txBox="1"/>
          <p:nvPr/>
        </p:nvSpPr>
        <p:spPr>
          <a:xfrm>
            <a:off x="3132415" y="2764216"/>
            <a:ext cx="3312368" cy="800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SILENT  PRAYER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EDE2B5C-7D77-085E-4D94-D33FCABCC3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我只仰望你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0EE626-400B-A053-6F08-6C1F44E21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祢是我主、我的盼望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是我坚固磐石和力量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我要向祢，切切恳求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请作我一生的救主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08C135-71E6-ABB1-3E8D-C2D229EB0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祢是我的主，祢是我的王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祢是我高台和盾牌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我的心渴慕，要讨祢喜悦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我诚心向祢屈膝敬拜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1"/>
            <a:ext cx="9001125" cy="540067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5"/>
          <p:cNvSpPr/>
          <p:nvPr/>
        </p:nvSpPr>
        <p:spPr>
          <a:xfrm>
            <a:off x="10" y="2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0" y="3636451"/>
            <a:ext cx="9001125" cy="1184875"/>
          </a:xfrm>
          <a:prstGeom prst="rect">
            <a:avLst/>
          </a:prstGeom>
          <a:solidFill>
            <a:schemeClr val="dk1">
              <a:alpha val="29803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罗会淇</a:t>
            </a:r>
            <a:endParaRPr sz="2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15"/>
          <p:cNvGrpSpPr/>
          <p:nvPr/>
        </p:nvGrpSpPr>
        <p:grpSpPr>
          <a:xfrm>
            <a:off x="1836280" y="1395497"/>
            <a:ext cx="5502793" cy="1794490"/>
            <a:chOff x="2035834" y="1992702"/>
            <a:chExt cx="7884544" cy="2278717"/>
          </a:xfrm>
        </p:grpSpPr>
        <p:sp>
          <p:nvSpPr>
            <p:cNvPr id="338" name="Google Shape;338;p15"/>
            <p:cNvSpPr txBox="1"/>
            <p:nvPr/>
          </p:nvSpPr>
          <p:spPr>
            <a:xfrm>
              <a:off x="2672709" y="2186623"/>
              <a:ext cx="6828917" cy="1543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300" b="1" dirty="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代 表 祷 告</a:t>
              </a:r>
              <a:endParaRPr sz="7300" b="1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40" name="Google Shape;340;p15"/>
          <p:cNvSpPr txBox="1"/>
          <p:nvPr/>
        </p:nvSpPr>
        <p:spPr>
          <a:xfrm>
            <a:off x="2772370" y="2700338"/>
            <a:ext cx="4536504" cy="46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REPRESENTATIVE  PRAYER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5F368-68B8-24EB-535F-BA2C0186DD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effectLst/>
                <a:latin typeface="SimHei" panose="02010609060101010101" pitchFamily="49" charset="-122"/>
                <a:ea typeface="SimHei" panose="02010609060101010101" pitchFamily="49" charset="-122"/>
                <a:cs typeface="Microsoft JhengHei" panose="020B0604030504040204" pitchFamily="34" charset="-120"/>
              </a:rPr>
              <a:t>从罪人扫罗到使徒保罗</a:t>
            </a:r>
            <a:endParaRPr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5AD094-6588-4B7A-D7F7-04AA29A7F2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953" dirty="0" err="1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从旧人扫罗到新人保罗</a:t>
            </a:r>
            <a:endParaRPr lang="en-US" altLang="zh-CN" sz="2953" dirty="0">
              <a:latin typeface="宋体" panose="02010600030101010101" pitchFamily="2" charset="-122"/>
              <a:ea typeface="宋体" panose="02010600030101010101" pitchFamily="2" charset="-122"/>
              <a:cs typeface="Microsoft JhengHei" panose="020B0604030504040204" pitchFamily="34" charset="-120"/>
            </a:endParaRPr>
          </a:p>
          <a:p>
            <a:endParaRPr lang="en-US" altLang="zh-CN" sz="2953" dirty="0">
              <a:latin typeface="Times New Roman" panose="02020603050405020304" pitchFamily="18" charset="0"/>
              <a:ea typeface="宋体" panose="02010600030101010101" pitchFamily="2" charset="-122"/>
              <a:cs typeface="Microsoft JhengHei" panose="020B0604030504040204" pitchFamily="34" charset="-120"/>
            </a:endParaRPr>
          </a:p>
          <a:p>
            <a:r>
              <a:rPr lang="zh-CN" altLang="en-US" sz="2953" dirty="0">
                <a:latin typeface="Times New Roman" panose="02020603050405020304" pitchFamily="18" charset="0"/>
                <a:ea typeface="宋体" panose="02010600030101010101" pitchFamily="2" charset="-122"/>
                <a:cs typeface="Microsoft JhengHei" panose="020B0604030504040204" pitchFamily="34" charset="-120"/>
              </a:rPr>
              <a:t>贾进 传道士</a:t>
            </a:r>
            <a:endParaRPr lang="en-US" altLang="zh-CN" sz="2953" dirty="0">
              <a:latin typeface="Times New Roman" panose="02020603050405020304" pitchFamily="18" charset="0"/>
              <a:ea typeface="宋体" panose="02010600030101010101" pitchFamily="2" charset="-122"/>
              <a:cs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291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1551A-075F-DEDF-B3E5-4883E5A81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79" y="85469"/>
            <a:ext cx="7763470" cy="978638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经文：使徒行传</a:t>
            </a:r>
            <a:r>
              <a:rPr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7:51-8:3</a:t>
            </a:r>
            <a:endParaRPr lang="zh-CN" altLang="en-US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C8D354-CDF5-2524-1FBD-5E3F62315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48" y="927654"/>
            <a:ext cx="8620028" cy="4044860"/>
          </a:xfrm>
        </p:spPr>
        <p:txBody>
          <a:bodyPr>
            <a:noAutofit/>
          </a:bodyPr>
          <a:lstStyle/>
          <a:p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51 “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你们这硬着颈项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、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心与耳未受割礼的人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时常抗拒圣灵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你们的祖宗怎样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你们也怎样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52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哪一个先知不是你们祖宗逼迫呢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？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他们也把预先传说那义者要来的人杀了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如今你们又把那义者卖了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、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杀了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53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你们受了天使所传的律法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竟不遵守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”54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众人听见这话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就极其恼怒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向司提反咬牙切齿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55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但司提反被圣灵充满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定睛望天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看见神的荣耀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又看见耶稣站在神的右边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，56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就说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我看见天开了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人子站在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　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神的右边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”57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众人大声喊叫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捂着耳朵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齐心拥上前去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，58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把他推到城外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用石头打他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作见证的人把衣裳放在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一个少年人名叫扫罗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的脚前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59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他们正用石头打的时候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司提反呼吁主说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求主耶稣接收我的灵魂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！”60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又跪下大声喊着说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主啊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不要将这罪归于他们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！”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说了这话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就睡了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扫罗也喜悦他被害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。【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徒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7:51-60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】</a:t>
            </a:r>
            <a:endParaRPr lang="zh-CN" altLang="zh-CN" b="1" dirty="0"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1从这日起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耶路撒冷的教会大遭逼迫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除了使徒以外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门徒都分散在犹太和撒玛利亚各处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 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有虔诚的人把司提反埋葬了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为他捶胸大哭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3 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扫罗却残害教会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进各人的家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拉着男女下在监里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。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【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徒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8:1-3</a:t>
            </a:r>
            <a:r>
              <a:rPr lang="en-US" altLang="zh-CN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MS Gothic" panose="020B0300000000000000" pitchFamily="34" charset="-128"/>
              </a:rPr>
              <a:t>】</a:t>
            </a:r>
            <a:endParaRPr lang="zh-CN" altLang="zh-CN" b="1" dirty="0"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1132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57F81-3F17-DDD9-D257-03E87545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544" b="1" dirty="0">
                <a:latin typeface="SimHei" panose="02010609060101010101" pitchFamily="49" charset="-122"/>
                <a:ea typeface="SimHei" panose="02010609060101010101" pitchFamily="49" charset="-122"/>
                <a:cs typeface="Courier New" panose="02070309020205020404" pitchFamily="49" charset="0"/>
              </a:rPr>
              <a:t>罪人扫罗</a:t>
            </a:r>
            <a:r>
              <a:rPr lang="zh-CN" altLang="zh-CN" sz="3544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endParaRPr lang="zh-CN" altLang="en-US" sz="3544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27D1FF-18F2-0CA5-9345-0EF9146A0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3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保罗说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我原是犹太人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生在基利家的大数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长在这城里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在迦玛列门下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按着我们祖宗严紧的律法受教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热心侍奉神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像你们众人今日一样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徒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22:3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5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我第八天受割礼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我是以色列族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、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便雅悯支派的人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是希伯来人所生的希伯来人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就律法说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我是法利赛人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；6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就热心说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我是逼迫教会的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就律法上的义说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我是无可指摘的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腓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3:5-7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8223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6529E-DD8B-71D9-6831-FF08C906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扫罗的骄傲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8D0F74-33A7-4EA6-22A0-EA72D052D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正统犹太人身份</a:t>
            </a:r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 </a:t>
            </a:r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–</a:t>
            </a:r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 （外邦人、狗、不得救）</a:t>
            </a:r>
            <a:endParaRPr lang="zh-CN" altLang="zh-CN" sz="2363" b="1" dirty="0">
              <a:latin typeface="SimSun" panose="02010600030101010101" pitchFamily="2" charset="-122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lvl="0"/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遵守律法</a:t>
            </a:r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  <a:cs typeface="MS Gothic" panose="020B0609070205080204" pitchFamily="49" charset="-128"/>
              </a:rPr>
              <a:t>、</a:t>
            </a:r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自以为义的法利赛人</a:t>
            </a:r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、好人 </a:t>
            </a:r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–</a:t>
            </a:r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 伪善</a:t>
            </a:r>
            <a:endParaRPr lang="zh-CN" altLang="zh-CN" sz="2363" b="1" dirty="0">
              <a:latin typeface="SimSun" panose="02010600030101010101" pitchFamily="2" charset="-122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lvl="0"/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  <a:cs typeface="Microsoft JhengHei" panose="020B0604030504040204" pitchFamily="34" charset="-120"/>
              </a:rPr>
              <a:t>热心侍奉神</a:t>
            </a:r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  <a:cs typeface="Courier New" panose="02070309020205020404" pitchFamily="49" charset="0"/>
              </a:rPr>
              <a:t> -</a:t>
            </a:r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  <a:cs typeface="Courier New" panose="02070309020205020404" pitchFamily="49" charset="0"/>
              </a:rPr>
              <a:t> 不是真知识</a:t>
            </a:r>
            <a:endParaRPr lang="zh-CN" altLang="zh-CN" sz="2363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zh-CN" altLang="en-US" sz="2363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龙的传人、大中华思想、民族主义 </a:t>
            </a:r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 （蛮夷、西方宗教）</a:t>
            </a:r>
          </a:p>
          <a:p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历史与文化、儒家、佛教、社会主义 </a:t>
            </a:r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–</a:t>
            </a:r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 假冒 </a:t>
            </a:r>
          </a:p>
          <a:p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无神论，热心侍奉钱和权 </a:t>
            </a:r>
            <a:r>
              <a:rPr lang="en-US" altLang="zh-CN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–</a:t>
            </a:r>
            <a:r>
              <a:rPr lang="zh-CN" altLang="en-US" sz="2363" b="1" dirty="0">
                <a:latin typeface="SimSun" panose="02010600030101010101" pitchFamily="2" charset="-122"/>
                <a:ea typeface="SimSun" panose="02010600030101010101" pitchFamily="2" charset="-122"/>
              </a:rPr>
              <a:t> 没有真理</a:t>
            </a:r>
          </a:p>
          <a:p>
            <a:endParaRPr lang="zh-CN" altLang="en-US" sz="2363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949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926B0-87E2-AF2D-C267-55827960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假冒为善下的人心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8DF686-69AD-D6E6-755E-6BAF4FFEB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人心比万物都诡诈，坏到极处，谁能识透呢？【耶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17:9</a:t>
            </a:r>
            <a:r>
              <a:rPr lang="zh-CN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】</a:t>
            </a:r>
            <a:r>
              <a:rPr lang="zh-CN" altLang="zh-CN" sz="2658" b="1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  <a:p>
            <a:r>
              <a:rPr lang="zh-CN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我耶和华是鉴察人心、试验人肺腑的，要照各人所行的和他作事的结果报应他。”【耶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17:10</a:t>
            </a:r>
            <a:r>
              <a:rPr lang="zh-CN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】</a:t>
            </a:r>
            <a:r>
              <a:rPr lang="zh-CN" altLang="zh-CN" sz="2658" b="1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zh-CN" altLang="en-US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957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BC27B-1F3A-0923-4F30-22011411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827" y="438336"/>
            <a:ext cx="7763470" cy="978638"/>
          </a:xfrm>
        </p:spPr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  <a:cs typeface="Microsoft JhengHei" panose="020B0604030504040204" pitchFamily="34" charset="-120"/>
              </a:rPr>
              <a:t>听了司提反讲道的</a:t>
            </a:r>
            <a:r>
              <a:rPr lang="en-US" altLang="zh-CN" sz="3544" b="1" dirty="0">
                <a:latin typeface="SimHei" panose="02010609060101010101" pitchFamily="49" charset="-122"/>
                <a:ea typeface="SimHei" panose="02010609060101010101" pitchFamily="49" charset="-122"/>
                <a:cs typeface="Microsoft JhengHei" panose="020B0604030504040204" pitchFamily="34" charset="-120"/>
              </a:rPr>
              <a:t>扫罗</a:t>
            </a:r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  <a:cs typeface="Microsoft JhengHei" panose="020B0604030504040204" pitchFamily="34" charset="-120"/>
              </a:rPr>
              <a:t>认罪悔改了吗？</a:t>
            </a:r>
            <a:endParaRPr lang="zh-CN" altLang="en-US" sz="3544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26940F-A516-B0C1-02D8-36EF4FBF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834" y="1325965"/>
            <a:ext cx="8549456" cy="3905938"/>
          </a:xfrm>
        </p:spPr>
        <p:txBody>
          <a:bodyPr>
            <a:noAutofit/>
          </a:bodyPr>
          <a:lstStyle/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我也曾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逼迫奉这道的人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直到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死地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无论男女都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锁拿下监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…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往大马士革去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要把在那里奉这道的人锁拿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带到耶路撒冷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受刑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徒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22:4-5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9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从前我自己以为应当多方攻击拿撒勒人耶稣的名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，10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我在耶路撒冷也曾这样行了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既从祭司长得了权柄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我就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把许多圣徒囚在监里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被杀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我也出名定案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11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在各会堂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屡次用刑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强逼他们说亵渎的话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又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分外恼恨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甚至追逼他们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直到外邦的城邑</a:t>
            </a:r>
            <a:r>
              <a:rPr lang="en-US" altLang="zh-CN" sz="2658" b="1" dirty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徒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26:9-11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 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0300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84F28-0940-2EDC-741E-B8B32070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ADD828-1E72-8C41-7BBE-5C61AE897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光照在黑暗里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黑暗却不接受光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约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1:5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19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光来到世间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世人因自己的行为是恶的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不爱光倒爱黑暗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定他们的罪就是在此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20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凡作恶的便恨光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并不来就光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恐怕他的行为受责备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；21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但行真理的必来就光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要显明他所行的是靠神而行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约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3:19-21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2607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2E71B-248C-2D57-14FE-0DAB6218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拒绝悔改信主的主要原因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4B7D5C-A295-A216-6EBE-A8BE270F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第一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罪人本来不爱光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而爱黑暗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因为是恶人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所以爱恶事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。</a:t>
            </a:r>
            <a:endParaRPr lang="zh-CN" altLang="zh-CN" sz="2658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第二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不想被责备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对他们来说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对不对不重要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不受责备更重要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面子更重要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。</a:t>
            </a:r>
            <a:endParaRPr lang="zh-CN" altLang="zh-CN" sz="2658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0670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847F9-5298-0776-436C-42729412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罪人何时才能爱光、接受真理？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9A357D-7841-1D26-6F80-F160D04E1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827" y="1415776"/>
            <a:ext cx="7763470" cy="3212511"/>
          </a:xfrm>
        </p:spPr>
        <p:txBody>
          <a:bodyPr>
            <a:noAutofit/>
          </a:bodyPr>
          <a:lstStyle/>
          <a:p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真正认识到自己的罪和罪的结局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并在神面前谦卑下来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接受</a:t>
            </a:r>
            <a:r>
              <a:rPr lang="zh-CN" altLang="en-US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圣经的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责备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认罪悔改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才是开启心中的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“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爱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和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“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爱光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的开始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。</a:t>
            </a:r>
            <a:endParaRPr lang="zh-CN" altLang="en-US" sz="2658" b="1" dirty="0">
              <a:latin typeface="宋体" panose="02010600030101010101" pitchFamily="2" charset="-122"/>
              <a:ea typeface="宋体" panose="02010600030101010101" pitchFamily="2" charset="-122"/>
              <a:cs typeface="MS Gothic" panose="020B0609070205080204" pitchFamily="49" charset="-128"/>
            </a:endParaRPr>
          </a:p>
          <a:p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罪人都有共同点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骄傲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、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刚硬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、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悖逆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、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icrosoft JhengHei" panose="020B0604030504040204" pitchFamily="34" charset="-120"/>
              </a:rPr>
              <a:t>心中邪恶</a:t>
            </a:r>
            <a:r>
              <a:rPr lang="en-US" altLang="zh-CN" sz="2658" b="1" dirty="0">
                <a:latin typeface="宋体" panose="02010600030101010101" pitchFamily="2" charset="-122"/>
                <a:ea typeface="宋体" panose="02010600030101010101" pitchFamily="2" charset="-122"/>
                <a:cs typeface="MS Gothic" panose="020B0609070205080204" pitchFamily="49" charset="-128"/>
              </a:rPr>
              <a:t>。</a:t>
            </a:r>
            <a:endParaRPr lang="zh-CN" altLang="zh-CN" sz="2658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6702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CD816-2567-D154-6C27-81D6A889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544" b="1" dirty="0">
                <a:latin typeface="SimHei" panose="02010609060101010101" pitchFamily="49" charset="-122"/>
                <a:ea typeface="SimHei" panose="02010609060101010101" pitchFamily="49" charset="-122"/>
                <a:cs typeface="Courier New" panose="02070309020205020404" pitchFamily="49" charset="0"/>
              </a:rPr>
              <a:t>悔改归主，成为新人</a:t>
            </a:r>
            <a:endParaRPr lang="zh-CN" altLang="en-US" sz="3544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0712C2-99F1-A20D-29E2-791C8F4E3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1扫罗仍然向主的门徒口吐威吓凶杀的话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去见大祭司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，2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求文书给大马士革的各会堂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若是找着信奉这道的人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无论男女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都准他捆绑带到耶路撒冷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3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扫罗行路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将到大马士革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忽然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从天上发光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四面照着他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4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他就仆倒在地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听见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有声音对他说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扫罗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扫罗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你为什么逼迫我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？”5 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他说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主啊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你是谁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？”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主说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我就是你所逼迫的耶稣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6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起来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！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进城去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你所当作的事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必有人告诉你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徒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9:1-20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buNone/>
            </a:pPr>
            <a:endParaRPr lang="zh-CN" altLang="en-US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2649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B0B8E-872D-7920-1E05-F41AFAAD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门徒亚拿尼亚叫保罗认罪悔改受洗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75C6C1-CE81-9499-3704-C099BACE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14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</a:t>
            </a:r>
            <a:r>
              <a:rPr lang="zh-CN" altLang="en-US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（亚拿尼亚）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又说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：‘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我们祖宗的神拣选了你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叫你明白他的旨意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又得见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那义者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听他口中所出的声音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15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因为你要将所看见的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、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所听见的对着万人为他作见证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16 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现在你为什么耽延呢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？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起来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求告他的名受洗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洗去你的罪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徒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22:1-21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0964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90728-CACF-120A-4E10-B9FD5FC0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保罗认罪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5EA2A8-5D09-19FD-3390-6FE1628C8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177" y="1385530"/>
            <a:ext cx="7868120" cy="32125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9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这却怎么样呢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？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我们比他们强吗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？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决不是的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因我们已经证明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犹太人和希腊人都在罪恶之下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10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就如经上所记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没有义人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连一个也没有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；11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没有明白的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没有寻求神的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；12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都是偏离正路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一同变为无用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没有行善的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连一个也没有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13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他们的喉咙是敞开的坟墓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他们用舌头弄诡诈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嘴唇里有虺蛇的毒气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，14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满口是咒骂苦毒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；15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杀人流血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他们的脚飞跑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，16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所经过的路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便行残害暴虐的事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；17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平安的路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他们未曾知道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；18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他们眼中不怕神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罗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3:9-18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636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C258B-726A-0DD4-4A03-91ED1246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827" y="43944"/>
            <a:ext cx="7763470" cy="978638"/>
          </a:xfrm>
        </p:spPr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保罗明白了主对他的爱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A859DA-C962-B732-6443-14EFCA22E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66" y="952008"/>
            <a:ext cx="8640193" cy="4279895"/>
          </a:xfrm>
        </p:spPr>
        <p:txBody>
          <a:bodyPr>
            <a:noAutofit/>
          </a:bodyPr>
          <a:lstStyle/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13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我从前是亵渎神的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逼迫人的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侮慢人的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然而我还蒙了怜悯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因我是不信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、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不明白的时候而作的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14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并且我主的恩是格外丰盛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使我在基督耶稣里有信心和爱心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15 “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基督耶稣降世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为要拯救罪人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这话是可信的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是十分可佩服的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在罪人中我是个罪魁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16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然而我蒙了怜悯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是因耶稣基督要在我这罪魁身上显明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他一切的忍耐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给后来信他得永生的人作榜样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提前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1:13-16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如今却蒙神的恩典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因基督耶稣的救赎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就白白地称义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25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神设立耶稣作挽回祭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是凭着耶稣的血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藉着人的信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要显明神的义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因为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他用忍耐的心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宽容人先时所犯的罪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罗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3:24-25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0233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0DFA1-3DC8-5E0B-7258-C185FD6A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旧事已过，成为新人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5E7C6-AFC8-F50A-5544-7BA47828C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若有人在基督里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他就是新造的人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旧事已过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都变成新的了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林后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5:17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7200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D74F9-C2E0-71F2-2B87-F211CDF7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544" b="1" dirty="0">
                <a:latin typeface="SimHei" panose="02010609060101010101" pitchFamily="49" charset="-122"/>
                <a:ea typeface="SimHei" panose="02010609060101010101" pitchFamily="49" charset="-122"/>
                <a:cs typeface="Courier New" panose="02070309020205020404" pitchFamily="49" charset="0"/>
              </a:rPr>
              <a:t>得着使命，成为使徒</a:t>
            </a:r>
            <a:endParaRPr lang="zh-CN" altLang="en-US" sz="3544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B928D-08C3-F85B-EA6B-8E1E9D80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357" y="1224220"/>
            <a:ext cx="8236917" cy="3212511"/>
          </a:xfrm>
        </p:spPr>
        <p:txBody>
          <a:bodyPr>
            <a:noAutofit/>
          </a:bodyPr>
          <a:lstStyle/>
          <a:p>
            <a:r>
              <a:rPr lang="zh-CN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“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16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你起来站着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我特意向你显现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要派你作执事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作见证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将你所看见的事和我将要指示你的事证明出来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17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我也要救你脱离百姓和外邦人的手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18 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我差你到他们那里去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要叫他们的眼睛得开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从黑暗中归向光明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从撒但权下归向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　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神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；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又因信我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得蒙赦罪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和一切成圣的人同得基业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’”19 “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亚基帕王啊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我故此没有违背那从天上来的异象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，20 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先在大马士革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后在耶路撒冷和犹太全地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以及外邦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劝勉他们应当悔改归向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　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神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行事与悔改的心相称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徒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26:1-23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802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AB4D0-9C29-53B6-3D33-A7113650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544" b="1" dirty="0">
                <a:latin typeface="SimHei" panose="02010609060101010101" pitchFamily="49" charset="-122"/>
                <a:ea typeface="SimHei" panose="02010609060101010101" pitchFamily="49" charset="-122"/>
              </a:rPr>
              <a:t>我们的使命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5046F2-79E9-474D-3D83-B8D2989DE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95" y="1284711"/>
            <a:ext cx="8337735" cy="3834275"/>
          </a:xfrm>
        </p:spPr>
        <p:txBody>
          <a:bodyPr>
            <a:noAutofit/>
          </a:bodyPr>
          <a:lstStyle/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18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耶稣进前来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对他们说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天上地下所有的权柄都赐给我了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19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所以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你们要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去使万民作我的门徒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奉父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子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圣灵的名给他们施洗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20 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凡我所吩咐你们的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都教训他们遵守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我就常与你们同在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直到世界的末了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太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28:18-20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18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耶稣在加利利海边行走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看见弟兄二人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就是那称呼彼得的西门和他兄弟安得烈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，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在海里撒网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他们本是打鱼的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19 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耶稣对他们说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：“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来跟从我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！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我要</a:t>
            </a:r>
            <a:r>
              <a:rPr lang="en-US" altLang="zh-CN" sz="2658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叫你们得人如得鱼一样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。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”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【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icrosoft JhengHei" panose="020B0604030504040204" pitchFamily="34" charset="-120"/>
              </a:rPr>
              <a:t>太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Courier New" panose="02070309020205020404" pitchFamily="49" charset="0"/>
              </a:rPr>
              <a:t>4:18-19</a:t>
            </a:r>
            <a:r>
              <a:rPr lang="en-US" altLang="zh-CN" sz="2658" b="1" dirty="0">
                <a:latin typeface="KaiTi" panose="02010609060101010101" pitchFamily="49" charset="-122"/>
                <a:ea typeface="KaiTi" panose="02010609060101010101" pitchFamily="49" charset="-122"/>
                <a:cs typeface="MS Gothic" panose="020B0609070205080204" pitchFamily="49" charset="-128"/>
              </a:rPr>
              <a:t>】</a:t>
            </a:r>
            <a:endParaRPr lang="zh-CN" altLang="zh-CN" sz="2658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2122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CCC28-118B-F6C9-EDEA-EFFE74EB5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544" b="1" dirty="0">
                <a:latin typeface="SimHei" panose="02010609060101010101" pitchFamily="49" charset="-122"/>
                <a:ea typeface="SimSun" panose="02010600030101010101" pitchFamily="2" charset="-122"/>
              </a:rPr>
              <a:t>应用</a:t>
            </a:r>
            <a:endParaRPr lang="zh-CN" altLang="en-US" sz="3544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90E04-E0BD-1ED2-4F87-DA04FDD13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482" y="1416974"/>
            <a:ext cx="7763470" cy="3212511"/>
          </a:xfrm>
        </p:spPr>
        <p:txBody>
          <a:bodyPr>
            <a:normAutofit/>
          </a:bodyPr>
          <a:lstStyle/>
          <a:p>
            <a:r>
              <a:rPr lang="zh-CN" altLang="en-US" sz="2658" b="1" dirty="0">
                <a:latin typeface="SimSun" panose="02010600030101010101" pitchFamily="2" charset="-122"/>
                <a:ea typeface="SimSun" panose="02010600030101010101" pitchFamily="2" charset="-122"/>
              </a:rPr>
              <a:t>持续认罪悔改的生活</a:t>
            </a:r>
          </a:p>
          <a:p>
            <a:r>
              <a:rPr lang="zh-CN" altLang="en-US" sz="2658" b="1" dirty="0">
                <a:latin typeface="SimSun" panose="02010600030101010101" pitchFamily="2" charset="-122"/>
                <a:ea typeface="SimSun" panose="02010600030101010101" pitchFamily="2" charset="-122"/>
              </a:rPr>
              <a:t>不断学像耶稣基督</a:t>
            </a:r>
          </a:p>
          <a:p>
            <a:r>
              <a:rPr lang="zh-CN" altLang="en-US" sz="2658" b="1" dirty="0">
                <a:latin typeface="SimSun" panose="02010600030101010101" pitchFamily="2" charset="-122"/>
                <a:ea typeface="SimSun" panose="02010600030101010101" pitchFamily="2" charset="-122"/>
              </a:rPr>
              <a:t>担当宣教的大使命</a:t>
            </a:r>
          </a:p>
        </p:txBody>
      </p:sp>
    </p:spTree>
    <p:extLst>
      <p:ext uri="{BB962C8B-B14F-4D97-AF65-F5344CB8AC3E}">
        <p14:creationId xmlns:p14="http://schemas.microsoft.com/office/powerpoint/2010/main" val="1522939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549DDAA-7E28-841C-2E9E-B5AFF9C29D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主使软弱变刚强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D5AB6E-E879-AACE-989C-E1E1D4BE9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8295568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软弱的我变刚强 贫穷的我成富足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瞎眼的我得看见 主为我这样成就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和散那和散那 主是那被杀羔羊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和散那和散那 主已从死里复活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FCE523-270C-9E2D-2153-B2CDD3564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3"/>
            <a:ext cx="8295568" cy="3500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我要过到河那边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在那里洗净我的罪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现在主耶稣的爱 向我不住的涌来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主在深深的河中 扶持我站了起来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我要称颂主救恩 因主赐给我自由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2"/>
          <p:cNvSpPr/>
          <p:nvPr/>
        </p:nvSpPr>
        <p:spPr>
          <a:xfrm>
            <a:off x="0" y="0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40000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404" name="Google Shape;404;p22"/>
          <p:cNvGrpSpPr/>
          <p:nvPr/>
        </p:nvGrpSpPr>
        <p:grpSpPr>
          <a:xfrm>
            <a:off x="1590067" y="1306149"/>
            <a:ext cx="5821011" cy="1794490"/>
            <a:chOff x="2035834" y="1992702"/>
            <a:chExt cx="7884544" cy="2278717"/>
          </a:xfrm>
        </p:grpSpPr>
        <p:sp>
          <p:nvSpPr>
            <p:cNvPr id="405" name="Google Shape;405;p22"/>
            <p:cNvSpPr txBox="1"/>
            <p:nvPr/>
          </p:nvSpPr>
          <p:spPr>
            <a:xfrm>
              <a:off x="5215778" y="3501978"/>
              <a:ext cx="1524660" cy="7621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Pray</a:t>
              </a:r>
              <a:endParaRPr dirty="0"/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2174243" y="2163150"/>
              <a:ext cx="7522372" cy="15242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200" b="1" dirty="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奉 献 祝 福</a:t>
              </a:r>
              <a:endParaRPr b="1" dirty="0"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/>
          <p:nvPr/>
        </p:nvSpPr>
        <p:spPr>
          <a:xfrm>
            <a:off x="2340326" y="2124275"/>
            <a:ext cx="4752528" cy="110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教 会 消 息</a:t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1836266" y="1980257"/>
            <a:ext cx="5184576" cy="1368152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/>
        </p:nvSpPr>
        <p:spPr>
          <a:xfrm>
            <a:off x="108074" y="1593949"/>
            <a:ext cx="6696744" cy="110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 b="1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主  祷  文</a:t>
            </a:r>
            <a:endParaRPr sz="6600" b="1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612130" y="1404193"/>
            <a:ext cx="5616624" cy="1512168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>
            <a:spLocks noGrp="1"/>
          </p:cNvSpPr>
          <p:nvPr>
            <p:ph type="subTitle" idx="1"/>
          </p:nvPr>
        </p:nvSpPr>
        <p:spPr>
          <a:xfrm>
            <a:off x="35942" y="1260177"/>
            <a:ext cx="9001125" cy="35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我们在天上的 父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愿人都尊你的名为圣</a:t>
            </a:r>
            <a:endParaRPr sz="7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0124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>
            <a:spLocks noGrp="1"/>
          </p:cNvSpPr>
          <p:nvPr>
            <p:ph type="subTitle" idx="1"/>
          </p:nvPr>
        </p:nvSpPr>
        <p:spPr>
          <a:xfrm>
            <a:off x="35942" y="1260177"/>
            <a:ext cx="9001125" cy="35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Autofit/>
          </a:bodyPr>
          <a:lstStyle/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愿你的国</a:t>
            </a:r>
            <a:r>
              <a:rPr lang="zh-CN" altLang="en-US" sz="7000" b="1" dirty="0">
                <a:latin typeface="+mj-lt"/>
              </a:rPr>
              <a:t>度</a:t>
            </a:r>
            <a:r>
              <a:rPr lang="zh-CN" sz="7000" b="1" dirty="0">
                <a:latin typeface="+mj-lt"/>
              </a:rPr>
              <a:t>降临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愿你的旨意行在地上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如同行在天上。</a:t>
            </a:r>
            <a:endParaRPr sz="7000" b="1" dirty="0">
              <a:latin typeface="+mj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"/>
          <p:cNvSpPr txBox="1">
            <a:spLocks noGrp="1"/>
          </p:cNvSpPr>
          <p:nvPr>
            <p:ph type="subTitle" idx="1"/>
          </p:nvPr>
        </p:nvSpPr>
        <p:spPr>
          <a:xfrm>
            <a:off x="-1" y="1620217"/>
            <a:ext cx="9001125" cy="378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我们日用的饮食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今日赐给我们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免我们所欠的债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如同我们免了人的债</a:t>
            </a:r>
            <a:endParaRPr lang="en-US" altLang="zh-CN"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+mn-ea"/>
                <a:cs typeface="Arial"/>
                <a:sym typeface="Arial"/>
              </a:rPr>
              <a:t>哈利路亚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不叫我们遇见试探</a:t>
            </a:r>
            <a:endParaRPr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救我们脱离凶恶</a:t>
            </a:r>
            <a:endParaRPr sz="7000" dirty="0">
              <a:latin typeface="+mj-lt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56529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因为国度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权柄和荣耀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全是你的，直到永远</a:t>
            </a:r>
            <a:endParaRPr sz="7000" dirty="0">
              <a:latin typeface="+mj-lt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我要一生一世寻求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在主殿中瞻仰荣美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因为国度权柄和荣耀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全是你的直到永远</a:t>
            </a:r>
            <a:endParaRPr sz="7000" b="1" dirty="0">
              <a:latin typeface="+mj-lt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61886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"/>
          <p:cNvSpPr txBox="1"/>
          <p:nvPr/>
        </p:nvSpPr>
        <p:spPr>
          <a:xfrm>
            <a:off x="3060402" y="1232886"/>
            <a:ext cx="4680520" cy="132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祝   祷</a:t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2340324" y="1116161"/>
            <a:ext cx="4464496" cy="1872208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4068514" y="2340297"/>
            <a:ext cx="1224136" cy="64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Pray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跋涉">
  <a:themeElements>
    <a:clrScheme name="跋涉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ysClr val="windowText" lastClr="000000"/>
      </a:dk1>
      <a:lt1>
        <a:sysClr val="window" lastClr="FFFFFF"/>
      </a:lt1>
      <a:dk2>
        <a:srgbClr val="17406D"/>
      </a:dk2>
      <a:lt2>
        <a:srgbClr val="C7D5E2"/>
      </a:lt2>
      <a:accent1>
        <a:srgbClr val="7CCA62"/>
      </a:accent1>
      <a:accent2>
        <a:srgbClr val="009DD9"/>
      </a:accent2>
      <a:accent3>
        <a:srgbClr val="0BD0D9"/>
      </a:accent3>
      <a:accent4>
        <a:srgbClr val="10CF9B"/>
      </a:accent4>
      <a:accent5>
        <a:srgbClr val="0F6FC6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">
      <a:dk1>
        <a:sysClr val="windowText" lastClr="000000"/>
      </a:dk1>
      <a:lt1>
        <a:sysClr val="window" lastClr="FFFFFF"/>
      </a:lt1>
      <a:dk2>
        <a:srgbClr val="17406D"/>
      </a:dk2>
      <a:lt2>
        <a:srgbClr val="C7D5E2"/>
      </a:lt2>
      <a:accent1>
        <a:srgbClr val="7CCA62"/>
      </a:accent1>
      <a:accent2>
        <a:srgbClr val="009DD9"/>
      </a:accent2>
      <a:accent3>
        <a:srgbClr val="0BD0D9"/>
      </a:accent3>
      <a:accent4>
        <a:srgbClr val="10CF9B"/>
      </a:accent4>
      <a:accent5>
        <a:srgbClr val="0F6FC6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">
      <a:dk1>
        <a:sysClr val="windowText" lastClr="000000"/>
      </a:dk1>
      <a:lt1>
        <a:sysClr val="window" lastClr="FFFFFF"/>
      </a:lt1>
      <a:dk2>
        <a:srgbClr val="17406D"/>
      </a:dk2>
      <a:lt2>
        <a:srgbClr val="C7D5E2"/>
      </a:lt2>
      <a:accent1>
        <a:srgbClr val="7CCA62"/>
      </a:accent1>
      <a:accent2>
        <a:srgbClr val="009DD9"/>
      </a:accent2>
      <a:accent3>
        <a:srgbClr val="0BD0D9"/>
      </a:accent3>
      <a:accent4>
        <a:srgbClr val="10CF9B"/>
      </a:accent4>
      <a:accent5>
        <a:srgbClr val="0F6FC6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1648</Words>
  <Application>Microsoft Macintosh PowerPoint</Application>
  <PresentationFormat>自定义</PresentationFormat>
  <Paragraphs>192</Paragraphs>
  <Slides>43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43</vt:i4>
      </vt:variant>
    </vt:vector>
  </HeadingPairs>
  <TitlesOfParts>
    <vt:vector size="63" baseType="lpstr">
      <vt:lpstr>Arial</vt:lpstr>
      <vt:lpstr>Calibri Light</vt:lpstr>
      <vt:lpstr>Libre Franklin Thin</vt:lpstr>
      <vt:lpstr>SimHei</vt:lpstr>
      <vt:lpstr>微软雅黑</vt:lpstr>
      <vt:lpstr>Times New Roman</vt:lpstr>
      <vt:lpstr>宋体</vt:lpstr>
      <vt:lpstr>宋体</vt:lpstr>
      <vt:lpstr>Calibri</vt:lpstr>
      <vt:lpstr>Noto Sans Symbols</vt:lpstr>
      <vt:lpstr>KaiTi</vt:lpstr>
      <vt:lpstr>MS PGothic</vt:lpstr>
      <vt:lpstr>Libre Franklin</vt:lpstr>
      <vt:lpstr>Malgun Gothic</vt:lpstr>
      <vt:lpstr>微软雅黑</vt:lpstr>
      <vt:lpstr>跋涉</vt:lpstr>
      <vt:lpstr>Office 主题​​</vt:lpstr>
      <vt:lpstr>1_Office 主题​​</vt:lpstr>
      <vt:lpstr>2_Office 主题​​</vt:lpstr>
      <vt:lpstr>3_Office 主题​​</vt:lpstr>
      <vt:lpstr>西罗亚光明</vt:lpstr>
      <vt:lpstr>高过一切的名</vt:lpstr>
      <vt:lpstr>越来越刚强的信心</vt:lpstr>
      <vt:lpstr>主啊，差遣我！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我只仰望你</vt:lpstr>
      <vt:lpstr>PowerPoint 演示文稿</vt:lpstr>
      <vt:lpstr>从罪人扫罗到使徒保罗</vt:lpstr>
      <vt:lpstr>经文：使徒行传7:51-8:3</vt:lpstr>
      <vt:lpstr>罪人扫罗 </vt:lpstr>
      <vt:lpstr>扫罗的骄傲</vt:lpstr>
      <vt:lpstr>假冒为善下的人心</vt:lpstr>
      <vt:lpstr>听了司提反讲道的扫罗认罪悔改了吗？</vt:lpstr>
      <vt:lpstr>PowerPoint 演示文稿</vt:lpstr>
      <vt:lpstr>拒绝悔改信主的主要原因</vt:lpstr>
      <vt:lpstr>罪人何时才能爱光、接受真理？</vt:lpstr>
      <vt:lpstr>悔改归主，成为新人</vt:lpstr>
      <vt:lpstr>门徒亚拿尼亚叫保罗认罪悔改受洗</vt:lpstr>
      <vt:lpstr>保罗认罪</vt:lpstr>
      <vt:lpstr>保罗明白了主对他的爱</vt:lpstr>
      <vt:lpstr>旧事已过，成为新人</vt:lpstr>
      <vt:lpstr>得着使命，成为使徒</vt:lpstr>
      <vt:lpstr>我们的使命</vt:lpstr>
      <vt:lpstr>应用</vt:lpstr>
      <vt:lpstr>主使软弱变刚强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耶和华是爱</dc:title>
  <dc:creator>My Note-PC</dc:creator>
  <cp:lastModifiedBy>DONG, HUILU</cp:lastModifiedBy>
  <cp:revision>77</cp:revision>
  <dcterms:created xsi:type="dcterms:W3CDTF">2019-06-09T00:57:22Z</dcterms:created>
  <dcterms:modified xsi:type="dcterms:W3CDTF">2022-07-10T00:39:58Z</dcterms:modified>
</cp:coreProperties>
</file>