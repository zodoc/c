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heme/theme5.xml" ContentType="application/vnd.openxmlformats-officedocument.theme+xml"/>
  <Override PartName="/ppt/tags/tag118.xml" ContentType="application/vnd.openxmlformats-officedocument.presentationml.tags+xml"/>
  <Override PartName="/ppt/notesSlides/notesSlide1.xml" ContentType="application/vnd.openxmlformats-officedocument.presentationml.notesSlide+xml"/>
  <Override PartName="/ppt/tags/tag119.xml" ContentType="application/vnd.openxmlformats-officedocument.presentationml.tags+xml"/>
  <Override PartName="/ppt/notesSlides/notesSlide2.xml" ContentType="application/vnd.openxmlformats-officedocument.presentationml.notesSlide+xml"/>
  <Override PartName="/ppt/tags/tag12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21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122.xml" ContentType="application/vnd.openxmlformats-officedocument.presentationml.tags+xml"/>
  <Override PartName="/ppt/notesSlides/notesSlide15.xml" ContentType="application/vnd.openxmlformats-officedocument.presentationml.notesSlide+xml"/>
  <Override PartName="/ppt/tags/tag123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4262" r:id="rId2"/>
    <p:sldMasterId id="2147484286" r:id="rId3"/>
    <p:sldMasterId id="2147484298" r:id="rId4"/>
  </p:sldMasterIdLst>
  <p:notesMasterIdLst>
    <p:notesMasterId r:id="rId31"/>
  </p:notesMasterIdLst>
  <p:sldIdLst>
    <p:sldId id="726" r:id="rId5"/>
    <p:sldId id="1067" r:id="rId6"/>
    <p:sldId id="1218" r:id="rId7"/>
    <p:sldId id="261" r:id="rId8"/>
    <p:sldId id="266" r:id="rId9"/>
    <p:sldId id="267" r:id="rId10"/>
    <p:sldId id="1388" r:id="rId11"/>
    <p:sldId id="268" r:id="rId12"/>
    <p:sldId id="1389" r:id="rId13"/>
    <p:sldId id="269" r:id="rId14"/>
    <p:sldId id="1390" r:id="rId15"/>
    <p:sldId id="262" r:id="rId16"/>
    <p:sldId id="659" r:id="rId17"/>
    <p:sldId id="270" r:id="rId18"/>
    <p:sldId id="294" r:id="rId19"/>
    <p:sldId id="757" r:id="rId20"/>
    <p:sldId id="278" r:id="rId21"/>
    <p:sldId id="279" r:id="rId22"/>
    <p:sldId id="282" r:id="rId23"/>
    <p:sldId id="1393" r:id="rId24"/>
    <p:sldId id="283" r:id="rId25"/>
    <p:sldId id="284" r:id="rId26"/>
    <p:sldId id="1394" r:id="rId27"/>
    <p:sldId id="285" r:id="rId28"/>
    <p:sldId id="1392" r:id="rId29"/>
    <p:sldId id="286" r:id="rId30"/>
  </p:sldIdLst>
  <p:sldSz cx="9001125" cy="5400675"/>
  <p:notesSz cx="6858000" cy="9144000"/>
  <p:embeddedFontLst>
    <p:embeddedFont>
      <p:font typeface="微软雅黑" panose="020B0503020204020204" pitchFamily="34" charset="-122"/>
      <p:regular r:id="rId32"/>
      <p:bold r:id="rId33"/>
    </p:embeddedFont>
    <p:embeddedFont>
      <p:font typeface="微软雅黑" panose="020B0503020204020204" pitchFamily="34" charset="-122"/>
      <p:regular r:id="rId32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Libre Franklin" pitchFamily="2" charset="0"/>
      <p:regular r:id="rId38"/>
      <p:bold r:id="rId39"/>
      <p:italic r:id="rId40"/>
      <p:boldItalic r:id="rId41"/>
    </p:embeddedFont>
    <p:embeddedFont>
      <p:font typeface="Libre Franklin Thin" pitchFamily="2" charset="0"/>
      <p:regular r:id="rId42"/>
      <p:bold r:id="rId43"/>
      <p:italic r:id="rId44"/>
      <p:boldItalic r:id="rId45"/>
    </p:embeddedFont>
    <p:embeddedFont>
      <p:font typeface="Malgun Gothic" panose="020B0503020000020004" pitchFamily="34" charset="-127"/>
      <p:regular r:id="rId46"/>
      <p:bold r:id="rId47"/>
    </p:embeddedFont>
    <p:embeddedFont>
      <p:font typeface="MS PGothic" panose="020B0600070205080204" pitchFamily="34" charset="-128"/>
      <p:regular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02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0" roundtripDataSignature="AMtx7mh/ydJelB5zHTjdSqhgUbLte5n3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509"/>
    <p:restoredTop sz="92041"/>
  </p:normalViewPr>
  <p:slideViewPr>
    <p:cSldViewPr snapToGrid="0">
      <p:cViewPr varScale="1">
        <p:scale>
          <a:sx n="130" d="100"/>
          <a:sy n="130" d="100"/>
        </p:scale>
        <p:origin x="216" y="512"/>
      </p:cViewPr>
      <p:guideLst>
        <p:guide orient="horz" pos="1702"/>
        <p:guide pos="28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8.fntdata"/><Relationship Id="rId21" Type="http://schemas.openxmlformats.org/officeDocument/2006/relationships/slide" Target="slides/slide17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104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102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10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100" Type="http://customschemas.google.com/relationships/presentationmetadata" Target="metadata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103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471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3" name="幻灯片图像占位符 1">
            <a:extLst>
              <a:ext uri="{FF2B5EF4-FFF2-40B4-BE49-F238E27FC236}">
                <a16:creationId xmlns:a16="http://schemas.microsoft.com/office/drawing/2014/main" id="{E27235B5-BC84-0E22-2764-CD7775E05E22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965634" name="备注占位符 2">
            <a:extLst>
              <a:ext uri="{FF2B5EF4-FFF2-40B4-BE49-F238E27FC236}">
                <a16:creationId xmlns:a16="http://schemas.microsoft.com/office/drawing/2014/main" id="{598A900E-0213-EEB4-BFE6-7F7B7AA8DA3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5635" name="灯片编号占位符 3">
            <a:extLst>
              <a:ext uri="{FF2B5EF4-FFF2-40B4-BE49-F238E27FC236}">
                <a16:creationId xmlns:a16="http://schemas.microsoft.com/office/drawing/2014/main" id="{8011277E-CBD2-FCC7-F757-E13D9B63F5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CDDA773-C230-F247-87F3-BCAA6A24097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001" name="幻灯片图像占位符 1">
            <a:extLst>
              <a:ext uri="{FF2B5EF4-FFF2-40B4-BE49-F238E27FC236}">
                <a16:creationId xmlns:a16="http://schemas.microsoft.com/office/drawing/2014/main" id="{3D42C6F9-DC25-0AB7-DA73-CA482A8B836E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664002" name="备注占位符 2">
            <a:extLst>
              <a:ext uri="{FF2B5EF4-FFF2-40B4-BE49-F238E27FC236}">
                <a16:creationId xmlns:a16="http://schemas.microsoft.com/office/drawing/2014/main" id="{D788C37E-2D51-9BB0-609E-E30C74156B0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4003" name="灯片编号占位符 3">
            <a:extLst>
              <a:ext uri="{FF2B5EF4-FFF2-40B4-BE49-F238E27FC236}">
                <a16:creationId xmlns:a16="http://schemas.microsoft.com/office/drawing/2014/main" id="{78043192-07D2-FF78-216C-FAC359E07C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767531F-8113-9645-859B-2B05895C9E76}" type="slidenum">
              <a:rPr lang="zh-CN" altLang="en-US"/>
              <a:pPr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249" name="幻灯片图像占位符 1">
            <a:extLst>
              <a:ext uri="{FF2B5EF4-FFF2-40B4-BE49-F238E27FC236}">
                <a16:creationId xmlns:a16="http://schemas.microsoft.com/office/drawing/2014/main" id="{CBE455E0-3A02-443D-3FA1-1B700A42D5EB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973250" name="备注占位符 2">
            <a:extLst>
              <a:ext uri="{FF2B5EF4-FFF2-40B4-BE49-F238E27FC236}">
                <a16:creationId xmlns:a16="http://schemas.microsoft.com/office/drawing/2014/main" id="{302EA228-D42A-E409-EA03-BE57717439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3251" name="灯片编号占位符 3">
            <a:extLst>
              <a:ext uri="{FF2B5EF4-FFF2-40B4-BE49-F238E27FC236}">
                <a16:creationId xmlns:a16="http://schemas.microsoft.com/office/drawing/2014/main" id="{238E7978-E77F-71E1-49AC-871E4F453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17729889-CF3A-4142-8650-D3242947C2F3}" type="slidenum">
              <a:rPr lang="zh-CN" altLang="en-US"/>
              <a:pPr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8859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10282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0953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417" name="幻灯片图像占位符 1">
            <a:extLst>
              <a:ext uri="{FF2B5EF4-FFF2-40B4-BE49-F238E27FC236}">
                <a16:creationId xmlns:a16="http://schemas.microsoft.com/office/drawing/2014/main" id="{D10145BF-E910-1FDE-0878-3D87B9B0C585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28418" name="备注占位符 2">
            <a:extLst>
              <a:ext uri="{FF2B5EF4-FFF2-40B4-BE49-F238E27FC236}">
                <a16:creationId xmlns:a16="http://schemas.microsoft.com/office/drawing/2014/main" id="{DB273D2C-2B85-AE48-2BE6-88F3F819A6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828419" name="灯片编号占位符 3">
            <a:extLst>
              <a:ext uri="{FF2B5EF4-FFF2-40B4-BE49-F238E27FC236}">
                <a16:creationId xmlns:a16="http://schemas.microsoft.com/office/drawing/2014/main" id="{4D7C8112-17DA-18B8-6996-37EAA11E0A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132EEC0-04DD-F047-A153-C4DE3EBE4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幻灯片图像占位符 1">
            <a:extLst>
              <a:ext uri="{FF2B5EF4-FFF2-40B4-BE49-F238E27FC236}">
                <a16:creationId xmlns:a16="http://schemas.microsoft.com/office/drawing/2014/main" id="{DB11D3A9-4227-5127-B475-CB42BF5331FA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80898" name="备注占位符 2">
            <a:extLst>
              <a:ext uri="{FF2B5EF4-FFF2-40B4-BE49-F238E27FC236}">
                <a16:creationId xmlns:a16="http://schemas.microsoft.com/office/drawing/2014/main" id="{5FDD679A-7252-4EAE-E639-9E81F13C0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80899" name="灯片编号占位符 3">
            <a:extLst>
              <a:ext uri="{FF2B5EF4-FFF2-40B4-BE49-F238E27FC236}">
                <a16:creationId xmlns:a16="http://schemas.microsoft.com/office/drawing/2014/main" id="{C35A772F-8E31-F26E-5E90-1133487DB1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B7C9A96-4E44-0C4E-BD69-41E950CDC31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宋体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121" name="幻灯片图像占位符 1">
            <a:extLst>
              <a:ext uri="{FF2B5EF4-FFF2-40B4-BE49-F238E27FC236}">
                <a16:creationId xmlns:a16="http://schemas.microsoft.com/office/drawing/2014/main" id="{8845CCA5-AC85-D4A6-02C1-3EEA05B072A7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1029122" name="备注占位符 2">
            <a:extLst>
              <a:ext uri="{FF2B5EF4-FFF2-40B4-BE49-F238E27FC236}">
                <a16:creationId xmlns:a16="http://schemas.microsoft.com/office/drawing/2014/main" id="{AC433EE9-D498-C8F2-AC52-FD6BDF75A4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9123" name="灯片编号占位符 3">
            <a:extLst>
              <a:ext uri="{FF2B5EF4-FFF2-40B4-BE49-F238E27FC236}">
                <a16:creationId xmlns:a16="http://schemas.microsoft.com/office/drawing/2014/main" id="{5B2B48A8-EC82-6A7E-960E-E5CEF4CAA4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40937600-8CF1-8547-97BA-E200ABB3C029}" type="slidenum">
              <a:rPr lang="zh-CN" altLang="en-US"/>
              <a:pPr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79599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6" name="Google Shape;43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3" name="Google Shape;44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9961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0" name="Google Shape;450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20073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" y="685800"/>
            <a:ext cx="5715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4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4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4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4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Relationship Id="rId4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4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4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4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4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4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4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4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4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4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빈화면">
  <p:cSld name="1_빈화면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幻灯片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35"/>
          <p:cNvCxnSpPr/>
          <p:nvPr/>
        </p:nvCxnSpPr>
        <p:spPr>
          <a:xfrm>
            <a:off x="506313" y="4213058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35"/>
          <p:cNvSpPr txBox="1">
            <a:spLocks noGrp="1"/>
          </p:cNvSpPr>
          <p:nvPr>
            <p:ph type="ctrTitle"/>
          </p:nvPr>
        </p:nvSpPr>
        <p:spPr>
          <a:xfrm>
            <a:off x="375058" y="3822063"/>
            <a:ext cx="8326041" cy="9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subTitle" idx="1"/>
          </p:nvPr>
        </p:nvSpPr>
        <p:spPr>
          <a:xfrm>
            <a:off x="375058" y="3060382"/>
            <a:ext cx="8326041" cy="720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rm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SzPts val="1680"/>
              <a:buNone/>
              <a:defRPr sz="2400">
                <a:solidFill>
                  <a:srgbClr val="44332A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08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35"/>
          <p:cNvSpPr txBox="1">
            <a:spLocks noGrp="1"/>
          </p:cNvSpPr>
          <p:nvPr>
            <p:ph type="sldNum" idx="12"/>
          </p:nvPr>
        </p:nvSpPr>
        <p:spPr>
          <a:xfrm>
            <a:off x="8101024" y="5098238"/>
            <a:ext cx="747093" cy="1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" name="Google Shape;109;p40"/>
          <p:cNvCxnSpPr/>
          <p:nvPr/>
        </p:nvCxnSpPr>
        <p:spPr>
          <a:xfrm>
            <a:off x="506313" y="2712871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0" name="Google Shape;110;p40"/>
          <p:cNvSpPr txBox="1">
            <a:spLocks noGrp="1"/>
          </p:cNvSpPr>
          <p:nvPr>
            <p:ph type="body" idx="1"/>
          </p:nvPr>
        </p:nvSpPr>
        <p:spPr>
          <a:xfrm>
            <a:off x="375058" y="1320176"/>
            <a:ext cx="8326041" cy="960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rgbClr val="DCD0B0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>
                <a:solidFill>
                  <a:schemeClr val="lt1"/>
                </a:solidFill>
              </a:defRPr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1" name="Google Shape;111;p40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0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0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14" name="Google Shape;114;p40"/>
          <p:cNvSpPr txBox="1">
            <a:spLocks noGrp="1"/>
          </p:cNvSpPr>
          <p:nvPr>
            <p:ph type="title"/>
          </p:nvPr>
        </p:nvSpPr>
        <p:spPr>
          <a:xfrm>
            <a:off x="177666" y="2320830"/>
            <a:ext cx="8551069" cy="933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Libre Franklin Th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两栏内容" type="twoObj">
  <p:cSld name="TWO_OBJECTS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1"/>
          <p:cNvSpPr txBox="1">
            <a:spLocks noGrp="1"/>
          </p:cNvSpPr>
          <p:nvPr>
            <p:ph type="title"/>
          </p:nvPr>
        </p:nvSpPr>
        <p:spPr>
          <a:xfrm>
            <a:off x="297047" y="360047"/>
            <a:ext cx="8551069" cy="66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"/>
          </p:nvPr>
        </p:nvSpPr>
        <p:spPr>
          <a:xfrm>
            <a:off x="300037" y="1260158"/>
            <a:ext cx="4125516" cy="37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2"/>
          </p:nvPr>
        </p:nvSpPr>
        <p:spPr>
          <a:xfrm>
            <a:off x="4575572" y="1260158"/>
            <a:ext cx="4275534" cy="3720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53060" algn="l">
              <a:spcBef>
                <a:spcPts val="560"/>
              </a:spcBef>
              <a:spcAft>
                <a:spcPts val="0"/>
              </a:spcAft>
              <a:buSzPts val="1960"/>
              <a:buChar char="🞭"/>
              <a:defRPr sz="2800"/>
            </a:lvl1pPr>
            <a:lvl2pPr marL="914400" lvl="1" indent="-335280" algn="l">
              <a:spcBef>
                <a:spcPts val="480"/>
              </a:spcBef>
              <a:spcAft>
                <a:spcPts val="0"/>
              </a:spcAft>
              <a:buSzPts val="1680"/>
              <a:buChar char="🞤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🞫"/>
              <a:defRPr sz="2000"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1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比较" type="twoTxTwoObj">
  <p:cSld name="TWO_OBJECTS_WITH_TEXT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2"/>
          <p:cNvSpPr txBox="1">
            <a:spLocks noGrp="1"/>
          </p:cNvSpPr>
          <p:nvPr>
            <p:ph type="title"/>
          </p:nvPr>
        </p:nvSpPr>
        <p:spPr>
          <a:xfrm>
            <a:off x="300049" y="4260533"/>
            <a:ext cx="8476059" cy="695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 Thin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1"/>
          </p:nvPr>
        </p:nvSpPr>
        <p:spPr>
          <a:xfrm>
            <a:off x="277046" y="525076"/>
            <a:ext cx="4223516" cy="5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body" idx="2"/>
          </p:nvPr>
        </p:nvSpPr>
        <p:spPr>
          <a:xfrm>
            <a:off x="4572461" y="525076"/>
            <a:ext cx="4225175" cy="503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0" cap="none">
                <a:solidFill>
                  <a:srgbClr val="AF7621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960"/>
              <a:buNone/>
              <a:defRPr sz="1600" b="1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6" name="Google Shape;126;p42"/>
          <p:cNvSpPr txBox="1">
            <a:spLocks noGrp="1"/>
          </p:cNvSpPr>
          <p:nvPr>
            <p:ph type="body" idx="3"/>
          </p:nvPr>
        </p:nvSpPr>
        <p:spPr>
          <a:xfrm>
            <a:off x="277046" y="1036382"/>
            <a:ext cx="4223516" cy="310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7" name="Google Shape;127;p42"/>
          <p:cNvSpPr txBox="1">
            <a:spLocks noGrp="1"/>
          </p:cNvSpPr>
          <p:nvPr>
            <p:ph type="body" idx="4"/>
          </p:nvPr>
        </p:nvSpPr>
        <p:spPr>
          <a:xfrm>
            <a:off x="4576093" y="1036382"/>
            <a:ext cx="4221528" cy="3104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35280" algn="l">
              <a:spcBef>
                <a:spcPts val="480"/>
              </a:spcBef>
              <a:spcAft>
                <a:spcPts val="0"/>
              </a:spcAft>
              <a:buSzPts val="1680"/>
              <a:buChar char="🞭"/>
              <a:defRPr sz="2400"/>
            </a:lvl1pPr>
            <a:lvl2pPr marL="914400" lvl="1" indent="-317500" algn="l">
              <a:spcBef>
                <a:spcPts val="400"/>
              </a:spcBef>
              <a:spcAft>
                <a:spcPts val="0"/>
              </a:spcAft>
              <a:buSzPts val="1400"/>
              <a:buChar char="🞤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 sz="1800"/>
            </a:lvl3pPr>
            <a:lvl4pPr marL="1828800" lvl="3" indent="-299719" algn="l">
              <a:spcBef>
                <a:spcPts val="320"/>
              </a:spcBef>
              <a:spcAft>
                <a:spcPts val="0"/>
              </a:spcAft>
              <a:buSzPts val="1120"/>
              <a:buChar char="🞲"/>
              <a:defRPr sz="1600"/>
            </a:lvl4pPr>
            <a:lvl5pPr marL="2286000" lvl="4" indent="-289560" algn="l">
              <a:spcBef>
                <a:spcPts val="320"/>
              </a:spcBef>
              <a:spcAft>
                <a:spcPts val="0"/>
              </a:spcAft>
              <a:buSzPts val="960"/>
              <a:buChar char="🞩"/>
              <a:defRPr sz="16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28" name="Google Shape;128;p42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2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42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4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cxnSp>
        <p:nvCxnSpPr>
          <p:cNvPr id="131" name="Google Shape;131;p42"/>
          <p:cNvCxnSpPr/>
          <p:nvPr/>
        </p:nvCxnSpPr>
        <p:spPr>
          <a:xfrm>
            <a:off x="506313" y="4740603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仅标题" type="titleOnly">
  <p:cSld name="TITLE_ONLY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3"/>
          <p:cNvSpPr txBox="1">
            <a:spLocks noGrp="1"/>
          </p:cNvSpPr>
          <p:nvPr>
            <p:ph type="title"/>
          </p:nvPr>
        </p:nvSpPr>
        <p:spPr>
          <a:xfrm>
            <a:off x="297047" y="360047"/>
            <a:ext cx="8551069" cy="66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内容与标题" type="objTx">
  <p:cSld name="OBJECT_WITH_CAPTION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8" name="Google Shape;138;p44"/>
          <p:cNvCxnSpPr/>
          <p:nvPr/>
        </p:nvCxnSpPr>
        <p:spPr>
          <a:xfrm>
            <a:off x="506313" y="4606190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9" name="Google Shape;139;p44"/>
          <p:cNvSpPr txBox="1">
            <a:spLocks noGrp="1"/>
          </p:cNvSpPr>
          <p:nvPr>
            <p:ph type="title"/>
          </p:nvPr>
        </p:nvSpPr>
        <p:spPr>
          <a:xfrm>
            <a:off x="450057" y="4320540"/>
            <a:ext cx="8326041" cy="410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44"/>
          <p:cNvSpPr txBox="1">
            <a:spLocks noGrp="1"/>
          </p:cNvSpPr>
          <p:nvPr>
            <p:ph type="body" idx="1"/>
          </p:nvPr>
        </p:nvSpPr>
        <p:spPr>
          <a:xfrm>
            <a:off x="450070" y="480061"/>
            <a:ext cx="2961308" cy="378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40"/>
              <a:buNone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1" name="Google Shape;141;p44"/>
          <p:cNvSpPr txBox="1">
            <a:spLocks noGrp="1"/>
          </p:cNvSpPr>
          <p:nvPr>
            <p:ph type="body" idx="2"/>
          </p:nvPr>
        </p:nvSpPr>
        <p:spPr>
          <a:xfrm>
            <a:off x="3519201" y="480061"/>
            <a:ext cx="5256907" cy="3780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66395" algn="l">
              <a:spcBef>
                <a:spcPts val="620"/>
              </a:spcBef>
              <a:spcAft>
                <a:spcPts val="0"/>
              </a:spcAft>
              <a:buSzPts val="2170"/>
              <a:buChar char="🞭"/>
              <a:defRPr sz="3100"/>
            </a:lvl1pPr>
            <a:lvl2pPr marL="914400" lvl="1" indent="-353060" algn="l">
              <a:spcBef>
                <a:spcPts val="560"/>
              </a:spcBef>
              <a:spcAft>
                <a:spcPts val="0"/>
              </a:spcAft>
              <a:buSzPts val="1960"/>
              <a:buChar char="🞤"/>
              <a:defRPr sz="28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🞫"/>
              <a:defRPr sz="2400"/>
            </a:lvl3pPr>
            <a:lvl4pPr marL="1828800" lvl="3" indent="-317500" algn="l">
              <a:spcBef>
                <a:spcPts val="400"/>
              </a:spcBef>
              <a:spcAft>
                <a:spcPts val="0"/>
              </a:spcAft>
              <a:buSzPts val="1400"/>
              <a:buChar char="🞲"/>
              <a:defRPr sz="2000"/>
            </a:lvl4pPr>
            <a:lvl5pPr marL="2286000" lvl="4" indent="-304800" algn="l">
              <a:spcBef>
                <a:spcPts val="400"/>
              </a:spcBef>
              <a:spcAft>
                <a:spcPts val="0"/>
              </a:spcAft>
              <a:buSzPts val="1200"/>
              <a:buChar char="🞩"/>
              <a:defRPr sz="20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44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4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图片与标题" type="picTx">
  <p:cSld name="PICTURE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5"/>
          <p:cNvSpPr>
            <a:spLocks noGrp="1"/>
          </p:cNvSpPr>
          <p:nvPr>
            <p:ph type="pic" idx="2"/>
          </p:nvPr>
        </p:nvSpPr>
        <p:spPr>
          <a:xfrm>
            <a:off x="3450431" y="485601"/>
            <a:ext cx="4950619" cy="288036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reflection stA="49000" endA="500" endPos="10000" dist="900" dir="5400000" sy="-90000" algn="bl" rotWithShape="0"/>
          </a:effectLst>
        </p:spPr>
        <p:txBody>
          <a:bodyPr spcFirstLastPara="1" wrap="square" lIns="89825" tIns="44900" rIns="89825" bIns="44900" anchor="t" anchorCtr="0">
            <a:normAutofit/>
          </a:bodyPr>
          <a:lstStyle>
            <a:lvl1pPr marR="0" lvl="0" algn="l" rtl="0"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170"/>
              <a:buFont typeface="Noto Sans Symbols"/>
              <a:buNone/>
              <a:defRPr sz="31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47" name="Google Shape;147;p45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5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45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50" name="Google Shape;150;p45"/>
          <p:cNvSpPr txBox="1">
            <a:spLocks noGrp="1"/>
          </p:cNvSpPr>
          <p:nvPr>
            <p:ph type="title"/>
          </p:nvPr>
        </p:nvSpPr>
        <p:spPr>
          <a:xfrm>
            <a:off x="375047" y="3932587"/>
            <a:ext cx="5775722" cy="411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 Thin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5"/>
          <p:cNvSpPr txBox="1">
            <a:spLocks noGrp="1"/>
          </p:cNvSpPr>
          <p:nvPr>
            <p:ph type="body" idx="1"/>
          </p:nvPr>
        </p:nvSpPr>
        <p:spPr>
          <a:xfrm>
            <a:off x="375047" y="4357420"/>
            <a:ext cx="5775722" cy="605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7800" tIns="0" rIns="89825" bIns="449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81940" algn="l">
              <a:spcBef>
                <a:spcPts val="240"/>
              </a:spcBef>
              <a:spcAft>
                <a:spcPts val="0"/>
              </a:spcAft>
              <a:buSzPts val="840"/>
              <a:buChar char="🞤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🞫"/>
              <a:defRPr sz="1000"/>
            </a:lvl3pPr>
            <a:lvl4pPr marL="1828800" lvl="3" indent="-268605" algn="l">
              <a:spcBef>
                <a:spcPts val="180"/>
              </a:spcBef>
              <a:spcAft>
                <a:spcPts val="0"/>
              </a:spcAft>
              <a:buSzPts val="630"/>
              <a:buChar char="🞲"/>
              <a:defRPr sz="900"/>
            </a:lvl4pPr>
            <a:lvl5pPr marL="2286000" lvl="4" indent="-262889" algn="l">
              <a:spcBef>
                <a:spcPts val="180"/>
              </a:spcBef>
              <a:spcAft>
                <a:spcPts val="0"/>
              </a:spcAft>
              <a:buSzPts val="540"/>
              <a:buChar char="🞩"/>
              <a:defRPr sz="9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和竖排文字" type="vertTx">
  <p:cSld name="VERTICAL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6"/>
          <p:cNvSpPr txBox="1"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46"/>
          <p:cNvSpPr txBox="1">
            <a:spLocks noGrp="1"/>
          </p:cNvSpPr>
          <p:nvPr>
            <p:ph type="body" idx="1"/>
          </p:nvPr>
        </p:nvSpPr>
        <p:spPr>
          <a:xfrm rot="5400000">
            <a:off x="2793474" y="-1269533"/>
            <a:ext cx="3564195" cy="8551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55" name="Google Shape;155;p46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6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46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垂直排列标题与文本" type="vertTitleAndTx">
  <p:cSld name="VERTICAL_TITLE_AND_VERTICAL_TEX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7"/>
          <p:cNvSpPr txBox="1">
            <a:spLocks noGrp="1"/>
          </p:cNvSpPr>
          <p:nvPr>
            <p:ph type="title"/>
          </p:nvPr>
        </p:nvSpPr>
        <p:spPr>
          <a:xfrm rot="5400000">
            <a:off x="5346929" y="1836485"/>
            <a:ext cx="4608077" cy="180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7"/>
          <p:cNvSpPr txBox="1">
            <a:spLocks noGrp="1"/>
          </p:cNvSpPr>
          <p:nvPr>
            <p:ph type="body" idx="1"/>
          </p:nvPr>
        </p:nvSpPr>
        <p:spPr>
          <a:xfrm rot="5400000">
            <a:off x="1221403" y="-338787"/>
            <a:ext cx="4608077" cy="6150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🞭"/>
              <a:defRPr/>
            </a:lvl1pPr>
            <a:lvl2pPr marL="914400" lvl="1" indent="-308610" algn="l">
              <a:spcBef>
                <a:spcPts val="360"/>
              </a:spcBef>
              <a:spcAft>
                <a:spcPts val="0"/>
              </a:spcAft>
              <a:buSzPts val="1260"/>
              <a:buChar char="🞤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🞫"/>
              <a:defRPr/>
            </a:lvl3pPr>
            <a:lvl4pPr marL="1828800" lvl="3" indent="-308610" algn="l">
              <a:spcBef>
                <a:spcPts val="360"/>
              </a:spcBef>
              <a:spcAft>
                <a:spcPts val="0"/>
              </a:spcAft>
              <a:buSzPts val="1260"/>
              <a:buChar char="🞲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🞩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🞤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🞲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◆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◼"/>
              <a:defRPr/>
            </a:lvl9pPr>
          </a:lstStyle>
          <a:p>
            <a:endParaRPr/>
          </a:p>
        </p:txBody>
      </p:sp>
      <p:sp>
        <p:nvSpPr>
          <p:cNvPr id="161" name="Google Shape;161;p47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47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47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빈화면">
  <p:cSld name="2_빈화면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21B8B3-6DE1-0DDD-1760-7119E6978C8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A68DF-DAAD-94AB-37A2-8ECF0436624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4A6830-20C6-28DA-513A-0DCB57E470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AA1151C-ED23-C244-9F5C-1927601D3CD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0347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35DC2E-0483-2239-C763-B71D343DE7F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DFA38D-AB91-0828-194C-8FA0B31F1D6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3E9B0A-1174-05AA-D341-126206C0D608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140B459-DA35-E940-A356-73AEC5C44C0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128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1B13FD-F39B-3BE3-3D33-75B56A002F1B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A67C1E-6A85-50F5-75A9-E6C8DF75E6D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85F082-4FD9-19E8-BFE7-45F5C99EB0E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C7EC62B-0256-1542-B0F9-37D4E0BF66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7983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C895A8A-BD66-A73E-738D-A6E8FD0606B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2B65CEAB-5952-31B1-E4B0-29DD4449CBD6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9237935-0767-D33B-A2D3-A81CFE248AD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F039073-33DB-4A4A-8D99-78F6009E4CA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85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950B47D6-B25B-77E2-40F8-62BE67E4A5F3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28ADB322-E110-FF4D-EE57-B2DA631FEE2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23675B3C-FE70-0584-8749-4036B8E9FC4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96B970A-A57A-AE48-BFBB-4E07159B6E7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677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E75499C0-C41F-0866-F4F9-FE22E6586F3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EDB11A13-1F77-379B-7094-BCFCF224277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A742B1C1-DF9E-EAD3-648C-D0DF71D878E6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4DA813D-D475-9140-A6FB-5B0B4FB84CE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0923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255E96E9-EBBF-5FAD-BEFE-3983749E9B2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ADFB71D7-6786-4F43-046A-0F8834F3355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EECA60D6-943F-568B-40BE-8B37559CEEC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FB757B6-9A5B-A448-A414-7E23747C5A5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933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2E1ED7E5-98D1-9434-0379-104B6E8EFD8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30AB73CF-BA84-1B06-CEEE-A60741AC0304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523627-B55F-E5D4-561C-244F1F5D6CD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E02A824-27D8-3142-8632-857F13D7AFC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630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DA0E2F-D05C-C8E3-8364-AE6BFC09041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E39B08-C510-4818-24A6-B8C1EFAB197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FE090F-A745-EDA3-44D9-FB89309868E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383E765-47D2-104A-8AB0-34FA1AAE1C6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6130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F047385B-DDE6-442B-E33D-D18C72EBAF0D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F9B6DDE-48FC-DA33-B38E-2DA96457F5AC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CD691BF-EEFE-6920-7CE7-9ED99D8D6C8F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7F84B9E-BB01-A348-AD7C-FBB36299635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525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6D9BD9E-3E39-1550-2E12-E4E7B1508CB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A5180690-4FD4-CFE0-7940-1C37A23908B3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5DED9EF-9D76-AD0D-343B-1355766885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A5F2A64-6756-FF4A-BAA2-C8EBDFE51F0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785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95C0B-AD9D-9665-F0B1-6F3C1A54DF0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6E5D0-7592-3407-88B8-E7C72D0CC1A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EDEFF8-5EEC-70AB-B64F-0BDEBD41F07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DBBCE11-4E1F-514B-B690-0220145B3B8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146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ECFAA2-DAEF-6B2B-7527-69AE45D2F1F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BD75D-5011-D14A-11DF-5F745908057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ED4152-09A2-DE76-E35B-9C055F29454A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C565D4A-BE83-4349-AE03-C7A848839F98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1136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4650D5-5927-9D78-ED58-428B45BFEA89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B16C24-9EB0-60B9-0D6E-C2A5F2BBD90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A80373-A4AA-E1BD-0DC5-F2A2670C9570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39143CA-D93A-1942-A3B6-679C18B58EA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7531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E570440C-1503-4947-D09F-13BA8E78905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99339F0-F727-6C2F-1616-6B27DA92301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72348164-515D-2370-BAA7-7D11D5D582C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4E7482F-9719-D847-94E9-0F9102AF76E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048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2DDC1E2E-F013-01D5-9E74-7C53D958D6D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EC4A02C4-9298-C05C-EAF2-5E9ABDD0AF0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A7ACECF-E571-3D99-D384-E73ED4AC4BE4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331BA3D6-49D7-5B4D-ACEC-7C4DB4DF7B9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3513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1116E3FE-5012-E20B-E5E2-E71900517DB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B2B149A7-C006-86DB-95E1-228C15F4D380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08B8D765-B588-4BB5-E96D-C7B50ED9EB42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77E478E-2AA2-5642-9C9C-8AC9EA3410B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1623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D5EF913A-4C7E-8298-E676-F9E339D423E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BF24D3DB-EAC3-E339-4482-226E55A794D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45E88B26-DB99-14A0-BD0A-2E2A3AD091A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8DE1804-8416-FA42-88B0-49003A37B84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3961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433A042E-8EA2-73BC-698F-8CFD0ED4487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E283D9-C0A8-28D0-698F-2DE2CB0051B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5401C-E040-C22F-85E8-F3840743B55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3E6EACA-B9AD-3C4F-B829-73B3597CB14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7246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2137A7-B8E8-90E3-88D5-E45A1FF6E27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48678C-AEEC-C386-417C-E043F64553E8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23DB0-4B86-3699-10AB-50AC8EE38A0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02E4671-230C-F441-8A78-04235649E03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7955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FF63251-6C50-B1BF-5372-66D6FA7C95BA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2A9B5187-7609-24A3-1FEF-A3F99C8655F9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B86F4337-CE04-E5C5-91B8-E0EB627AAFD0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BD2F021-E848-3848-A6CE-C0B2550204E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5475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40D1FBAA-EC42-B249-5708-A701379243E7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C8A680D6-C7E7-3BA9-CC70-82F1DD42A13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9ED287B0-C625-2E89-1BC3-4049B3497E9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46E34D8-9957-E84F-8BAB-473B5213B9D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8425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anchor="t">
            <a:noAutofit/>
          </a:bodyPr>
          <a:lstStyle>
            <a:lvl1pPr algn="ctr">
              <a:defRPr sz="3987" b="0" spc="443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94562" y="2808351"/>
            <a:ext cx="8012003" cy="748900"/>
          </a:xfrm>
        </p:spPr>
        <p:txBody>
          <a:bodyPr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72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 algn="ctr">
              <a:buNone/>
              <a:defRPr sz="1477"/>
            </a:lvl2pPr>
            <a:lvl3pPr marL="675102" indent="0" algn="ctr">
              <a:buNone/>
              <a:defRPr sz="1329"/>
            </a:lvl3pPr>
            <a:lvl4pPr marL="1012652" indent="0" algn="ctr">
              <a:buNone/>
              <a:defRPr sz="1181"/>
            </a:lvl4pPr>
            <a:lvl5pPr marL="1350203" indent="0" algn="ctr">
              <a:buNone/>
              <a:defRPr sz="1181"/>
            </a:lvl5pPr>
            <a:lvl6pPr marL="1687754" indent="0" algn="ctr">
              <a:buNone/>
              <a:defRPr sz="1181"/>
            </a:lvl6pPr>
            <a:lvl7pPr marL="2025305" indent="0" algn="ctr">
              <a:buNone/>
              <a:defRPr sz="1181"/>
            </a:lvl7pPr>
            <a:lvl8pPr marL="2362855" indent="0" algn="ctr">
              <a:buNone/>
              <a:defRPr sz="1181"/>
            </a:lvl8pPr>
            <a:lvl9pPr marL="2700406" indent="0" algn="ctr">
              <a:buNone/>
              <a:defRPr sz="1181"/>
            </a:lvl9pPr>
          </a:lstStyle>
          <a:p>
            <a:r>
              <a:rPr lang="zh-CN" altLang="en-US" noProof="1"/>
              <a:t>单击此处编辑副标题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19752B-666A-5AA0-EC33-9F03F70EE000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E91086-E2A0-A7FC-0421-3D2EAD61D8A5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254CA-4CA7-3646-EE81-A7794B82B6D9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F4F3BF8-A978-F543-A70D-66AB02EF188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30458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4562" y="1020600"/>
            <a:ext cx="8012003" cy="3970067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811B52-9CB4-2BA5-D381-48B5B071CCC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720FF8-66C1-B5CC-3C0B-401BEF72CB8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E3C43C-BCCC-5F80-162E-4ABA6B77B021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378A04C-1A20-3548-9735-53F0E6E2E1E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5241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97" y="2999375"/>
            <a:ext cx="8012003" cy="492065"/>
          </a:xfrm>
        </p:spPr>
        <p:txBody>
          <a:bodyPr rIns="63500" anchor="t">
            <a:noAutofit/>
          </a:bodyPr>
          <a:lstStyle>
            <a:lvl1pPr>
              <a:defRPr sz="2658" b="0" u="none" strike="noStrike" kern="1200" cap="none" spc="221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4593" y="3552945"/>
            <a:ext cx="8012003" cy="84891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181" b="0" i="0" u="none" strike="noStrike" kern="1200" cap="none" spc="111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2pPr>
            <a:lvl3pPr marL="675102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3pPr>
            <a:lvl4pPr marL="101265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4pPr>
            <a:lvl5pPr marL="1350203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5pPr>
            <a:lvl6pPr marL="1687754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6pPr>
            <a:lvl7pPr marL="202530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7pPr>
            <a:lvl8pPr marL="2362855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8pPr>
            <a:lvl9pPr marL="2700406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407057-74A0-5C64-B59D-C41EE2CEEDE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DA1883-43BE-AC9F-49A7-E7587880EE6C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8B0902-9A04-9533-680D-12711FCC1CF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62B6BCEE-26A9-AE4B-BA58-F546CEE48E3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1871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046" y="1020600"/>
            <a:ext cx="3900519" cy="3969000"/>
          </a:xfrm>
        </p:spPr>
        <p:txBody>
          <a:bodyPr>
            <a:noAutofit/>
          </a:bodyPr>
          <a:lstStyle>
            <a:lvl1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181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D79EFAA-FDB0-20EF-D848-D5C91547E345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E9B552A1-CDD1-EF03-F2C6-CBAE95EF27B1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9AEA319-79E2-DD50-0C59-1AE647D41DE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70C343D-1B87-054C-9106-E804C83D1A4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1139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562" y="340200"/>
            <a:ext cx="8012003" cy="510300"/>
          </a:xfrm>
        </p:spPr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494597" y="1020600"/>
            <a:ext cx="3900519" cy="300040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477" b="1" u="none" strike="noStrike" kern="1200" cap="none" spc="148" normalizeH="0" baseline="0">
                <a:solidFill>
                  <a:schemeClr val="tx1"/>
                </a:solidFill>
                <a:uFillTx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lang="zh-CN" altLang="en-US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4593" y="1408872"/>
            <a:ext cx="3900488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03737" y="1020600"/>
            <a:ext cx="3900519" cy="300040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47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337551" indent="0">
              <a:buNone/>
              <a:defRPr sz="1477" b="1"/>
            </a:lvl2pPr>
            <a:lvl3pPr marL="675102" indent="0">
              <a:buNone/>
              <a:defRPr sz="1329" b="1"/>
            </a:lvl3pPr>
            <a:lvl4pPr marL="1012652" indent="0">
              <a:buNone/>
              <a:defRPr sz="1181" b="1"/>
            </a:lvl4pPr>
            <a:lvl5pPr marL="1350203" indent="0">
              <a:buNone/>
              <a:defRPr sz="1181" b="1"/>
            </a:lvl5pPr>
            <a:lvl6pPr marL="1687754" indent="0">
              <a:buNone/>
              <a:defRPr sz="1181" b="1"/>
            </a:lvl6pPr>
            <a:lvl7pPr marL="2025305" indent="0">
              <a:buNone/>
              <a:defRPr sz="1181" b="1"/>
            </a:lvl7pPr>
            <a:lvl8pPr marL="2362855" indent="0">
              <a:buNone/>
              <a:defRPr sz="1181" b="1"/>
            </a:lvl8pPr>
            <a:lvl9pPr marL="2700406" indent="0">
              <a:buNone/>
              <a:defRPr sz="1181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03737" y="1408872"/>
            <a:ext cx="3900519" cy="3584884"/>
          </a:xfrm>
        </p:spPr>
        <p:txBody>
          <a:bodyPr rtlCol="0">
            <a:no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  <a:p>
            <a:pPr lvl="1"/>
            <a:r>
              <a:rPr noProof="1">
                <a:sym typeface="+mn-ea"/>
              </a:rPr>
              <a:t>第二级</a:t>
            </a:r>
          </a:p>
          <a:p>
            <a:pPr lvl="2"/>
            <a:r>
              <a:rPr noProof="1">
                <a:sym typeface="+mn-ea"/>
              </a:rPr>
              <a:t>第三级</a:t>
            </a:r>
          </a:p>
          <a:p>
            <a:pPr lvl="3"/>
            <a:r>
              <a:rPr noProof="1">
                <a:sym typeface="+mn-ea"/>
              </a:rPr>
              <a:t>第四级</a:t>
            </a:r>
          </a:p>
          <a:p>
            <a:pPr lvl="4"/>
            <a:r>
              <a:rPr noProof="1">
                <a:sym typeface="+mn-ea"/>
              </a:rPr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63ABBD7D-C8AB-4328-2700-C51ADFE33E4F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C988BF4E-AF4B-9FC9-8D70-919FEE66C0F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5748DD7A-6801-E102-86DE-0DE600C89B5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5C52E75-F9CD-D249-9B39-D5C5A55DDA5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8189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buNone/>
              <a:defRPr kumimoji="0" lang="zh-CN" altLang="en-US" sz="2067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01C8DE3-4BB5-C95C-95E6-047C04F4C20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5BAE0811-5E23-CB0F-BCC5-4035620DF1CA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120AEAF4-0C83-709F-215C-1489DC86E6CF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AB083C53-C0D3-1A4D-8D03-2E30E265332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731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AA4751E9-454D-C980-2F89-AD3249CB8EA8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5D93972-5264-D062-F3F7-F56C9A8D9D2F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A5C5D7E0-7285-BB75-E457-C31F1C222E3D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C48E840-EFAF-3649-87EB-0031600F2F8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7322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4597" y="1020600"/>
            <a:ext cx="3900519" cy="3969000"/>
          </a:xfrm>
        </p:spPr>
        <p:txBody>
          <a:bodyPr rtlCol="0">
            <a:noAutofit/>
          </a:bodyPr>
          <a:lstStyle>
            <a:lvl1pPr marL="0" marR="0" lvl="0" indent="0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None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506326" marR="0" lvl="1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tabLst>
                <a:tab pos="1188460" algn="l"/>
              </a:tabLst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43877" marR="0" lvl="2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181428" marR="0" lvl="3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18978" marR="0" lvl="4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606081" y="1020600"/>
            <a:ext cx="3900519" cy="3969000"/>
          </a:xfrm>
        </p:spPr>
        <p:txBody>
          <a:bodyPr rtlCol="0">
            <a:normAutofit/>
          </a:bodyPr>
          <a:lstStyle>
            <a:lvl1pPr marL="168775" marR="0" lvl="0" indent="-168775" algn="l" defTabSz="675102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738"/>
              </a:spcAft>
              <a:buFont typeface="Arial" panose="020B0604020202020204" pitchFamily="34" charset="0"/>
              <a:buChar char="•"/>
              <a:defRPr kumimoji="0" lang="zh-CN" altLang="en-US" sz="1181" b="0" i="0" u="none" strike="noStrike" kern="1200" cap="none" spc="111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5CB25CA2-BA5B-7F7B-17D4-7DE10ED809E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520AE-6DCD-A12E-763F-CF20B131B377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5D0FF4-CA83-0DC7-C45A-1FE0C0C1142C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28CFE75-FAE1-6F48-97D2-B3E1F0863AF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5799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804471" y="750101"/>
            <a:ext cx="702094" cy="4243764"/>
          </a:xfrm>
        </p:spPr>
        <p:txBody>
          <a:bodyPr vert="eaVert" rtlCol="0">
            <a:noAutofit/>
          </a:bodyPr>
          <a:lstStyle>
            <a:lvl1pPr marL="0" marR="0" lvl="0" algn="l" defTabSz="675102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772" b="1" i="0" u="none" strike="noStrike" kern="1200" cap="none" spc="148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4593" y="750094"/>
            <a:ext cx="7255903" cy="4243764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2503DD-D8BC-A464-2724-E62A99BD51E4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B1108-B62F-582B-36B4-915DB8B5CEFB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A2E8AF-AD94-9037-27D1-0C537BE01B3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8A20341-A3C8-D348-8AC3-512C0E170D2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2791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94597" y="750100"/>
            <a:ext cx="8012003" cy="3969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8DB1C49-71DD-CF52-82BA-61640AA60785}"/>
              </a:ext>
            </a:extLst>
          </p:cNvPr>
          <p:cNvSpPr>
            <a:spLocks noGrp="1"/>
          </p:cNvSpPr>
          <p:nvPr>
            <p:ph type="dt" sz="half" idx="14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F281A0F9-9135-0EC7-3E85-FB1FECE79F3F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2A849364-A405-8E02-3D3F-D5B083C76186}"/>
              </a:ext>
            </a:extLst>
          </p:cNvPr>
          <p:cNvSpPr>
            <a:spLocks noGrp="1"/>
          </p:cNvSpPr>
          <p:nvPr>
            <p:ph type="sldNum" sz="quarter" idx="16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305891F-0E35-6B44-81AF-609A57D4F43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04596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4562" y="2038272"/>
            <a:ext cx="8012003" cy="708094"/>
          </a:xfrm>
        </p:spPr>
        <p:txBody>
          <a:bodyPr rIns="25400" rtlCol="0" anchor="t">
            <a:noAutofit/>
          </a:bodyPr>
          <a:lstStyle>
            <a:lvl1pPr marL="0" marR="0" algn="ctr" defTabSz="675102" rtl="0" eaLnBrk="1" fontAlgn="auto" latinLnBrk="0" hangingPunct="1">
              <a:lnSpc>
                <a:spcPct val="100000"/>
              </a:lnSpc>
              <a:buNone/>
              <a:defRPr kumimoji="0" lang="zh-CN" altLang="en-US" sz="3987" b="0" i="0" u="none" strike="noStrike" kern="1200" cap="none" spc="443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单击此处编辑标题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CE509BF5-94D7-00FE-12C4-AA8870517B72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21320C1-DA7C-47A0-5B93-1D2EC1815079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841E6666-9DD4-9D5C-C0C9-0C574D6E4795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0277C42-2F17-E140-AE2F-446FA1F78E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827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40.xml"/><Relationship Id="rId18" Type="http://schemas.openxmlformats.org/officeDocument/2006/relationships/tags" Target="../tags/tag4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44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43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42.xml"/><Relationship Id="rId10" Type="http://schemas.openxmlformats.org/officeDocument/2006/relationships/slideLayout" Target="../slideLayouts/slideLayout32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4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ags" Target="../tags/tag79.xml"/><Relationship Id="rId18" Type="http://schemas.openxmlformats.org/officeDocument/2006/relationships/tags" Target="../tags/tag8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tags" Target="../tags/tag83.xml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8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ags" Target="../tags/tag81.xml"/><Relationship Id="rId10" Type="http://schemas.openxmlformats.org/officeDocument/2006/relationships/slideLayout" Target="../slideLayouts/slideLayout43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ags" Target="../tags/tag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oogle Shape;82;p33"/>
          <p:cNvCxnSpPr/>
          <p:nvPr/>
        </p:nvCxnSpPr>
        <p:spPr>
          <a:xfrm>
            <a:off x="506313" y="827592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3" name="Google Shape;83;p33"/>
          <p:cNvSpPr txBox="1">
            <a:spLocks noGrp="1"/>
          </p:cNvSpPr>
          <p:nvPr>
            <p:ph type="body" idx="1"/>
          </p:nvPr>
        </p:nvSpPr>
        <p:spPr>
          <a:xfrm>
            <a:off x="300037" y="1223904"/>
            <a:ext cx="8551069" cy="356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rmAutofit/>
          </a:bodyPr>
          <a:lstStyle>
            <a:lvl1pPr marL="457200" marR="0" lvl="0" indent="-366395" algn="l" rtl="0">
              <a:spcBef>
                <a:spcPts val="620"/>
              </a:spcBef>
              <a:spcAft>
                <a:spcPts val="0"/>
              </a:spcAft>
              <a:buClr>
                <a:schemeClr val="accent1"/>
              </a:buClr>
              <a:buSzPts val="2170"/>
              <a:buFont typeface="Noto Sans Symbols"/>
              <a:buChar char="🞭"/>
              <a:defRPr sz="31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5306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🞤"/>
              <a:defRPr sz="2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3528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🞫"/>
              <a:defRPr sz="2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🞲"/>
              <a:defRPr sz="20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🞩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297179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080"/>
              <a:buFont typeface="Noto Sans Symbols"/>
              <a:buChar char="🞤"/>
              <a:defRPr sz="18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289560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🞲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289559" algn="l" rtl="0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◆"/>
              <a:defRPr sz="16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28194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840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4" name="Google Shape;84;p33"/>
          <p:cNvSpPr txBox="1">
            <a:spLocks noGrp="1"/>
          </p:cNvSpPr>
          <p:nvPr>
            <p:ph type="dt" idx="10"/>
          </p:nvPr>
        </p:nvSpPr>
        <p:spPr>
          <a:xfrm>
            <a:off x="6375798" y="60012"/>
            <a:ext cx="2475309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5" name="Google Shape;85;p33"/>
          <p:cNvSpPr txBox="1">
            <a:spLocks noGrp="1"/>
          </p:cNvSpPr>
          <p:nvPr>
            <p:ph type="ftr" idx="11"/>
          </p:nvPr>
        </p:nvSpPr>
        <p:spPr>
          <a:xfrm>
            <a:off x="3075395" y="60012"/>
            <a:ext cx="3300413" cy="22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86" name="Google Shape;86;p33"/>
          <p:cNvSpPr txBox="1">
            <a:spLocks noGrp="1"/>
          </p:cNvSpPr>
          <p:nvPr>
            <p:ph type="sldNum" idx="12"/>
          </p:nvPr>
        </p:nvSpPr>
        <p:spPr>
          <a:xfrm>
            <a:off x="8101012" y="5100640"/>
            <a:ext cx="750094" cy="192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D28E2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87" name="Google Shape;87;p33"/>
          <p:cNvSpPr txBox="1">
            <a:spLocks noGrp="1"/>
          </p:cNvSpPr>
          <p:nvPr>
            <p:ph type="title"/>
          </p:nvPr>
        </p:nvSpPr>
        <p:spPr>
          <a:xfrm>
            <a:off x="300037" y="360045"/>
            <a:ext cx="8551069" cy="66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Libre Franklin Thin"/>
              <a:buNone/>
              <a:defRPr sz="3500" b="0" i="0" u="none" strike="noStrike" cap="none">
                <a:solidFill>
                  <a:schemeClr val="dk2"/>
                </a:solidFill>
                <a:latin typeface="Libre Franklin Thin"/>
                <a:ea typeface="Libre Franklin Thin"/>
                <a:cs typeface="Libre Franklin Thin"/>
                <a:sym typeface="Libre Franklin Th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cxnSp>
        <p:nvCxnSpPr>
          <p:cNvPr id="88" name="Google Shape;88;p33"/>
          <p:cNvCxnSpPr/>
          <p:nvPr/>
        </p:nvCxnSpPr>
        <p:spPr>
          <a:xfrm>
            <a:off x="506313" y="827592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89;p33"/>
          <p:cNvCxnSpPr/>
          <p:nvPr/>
        </p:nvCxnSpPr>
        <p:spPr>
          <a:xfrm>
            <a:off x="506313" y="833174"/>
            <a:ext cx="8494812" cy="1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F3CB447-04BF-ED0B-86CC-E50478B64754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06DBCC2A-DBFA-41EE-5151-210DDEDE61FB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8EB27-EABD-E27B-A5E1-8B31FC69C12F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B618B0AB-2CF0-9E4E-AAFD-75EDCACE8FF6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80B947-654C-6208-9F5E-6149A5370FCD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674120-3189-D33F-6779-CB71D19261C9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EDE4EE13-710B-FB46-B0C7-F7A693A24E63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D010C2B5-C33A-DA01-F005-7AF10F48CDA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34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531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3" r:id="rId1"/>
    <p:sldLayoutId id="2147484264" r:id="rId2"/>
    <p:sldLayoutId id="2147484265" r:id="rId3"/>
    <p:sldLayoutId id="2147484266" r:id="rId4"/>
    <p:sldLayoutId id="2147484267" r:id="rId5"/>
    <p:sldLayoutId id="2147484268" r:id="rId6"/>
    <p:sldLayoutId id="2147484269" r:id="rId7"/>
    <p:sldLayoutId id="2147484270" r:id="rId8"/>
    <p:sldLayoutId id="2147484271" r:id="rId9"/>
    <p:sldLayoutId id="2147484272" r:id="rId10"/>
    <p:sldLayoutId id="2147484273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C95EEF2-9FE9-188A-0B49-E854755BF6A6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0F488B78-A226-2BFC-248D-97E5CF806749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4CEA6E-86C8-1944-0738-18F5FE662E53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D0ECD541-7041-804C-82DC-1276BC6900AB}" type="datetime1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8507E4-D5A1-03A8-A9C0-4699111B427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8DCBE-7389-0D75-3B51-CA821FD38E3F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  <a:ea typeface="宋体" panose="02010600030101010101" pitchFamily="2" charset="-122"/>
              </a:defRPr>
            </a:lvl1pPr>
          </a:lstStyle>
          <a:p>
            <a:fld id="{B93C7881-1009-4A40-B4E9-3A6294B5D42D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D6055113-AD5F-D44C-55A5-AFDC020B1F3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034">
              <a:solidFill>
                <a:srgbClr val="FFFFFF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023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7" r:id="rId1"/>
    <p:sldLayoutId id="2147484288" r:id="rId2"/>
    <p:sldLayoutId id="2147484289" r:id="rId3"/>
    <p:sldLayoutId id="2147484290" r:id="rId4"/>
    <p:sldLayoutId id="2147484291" r:id="rId5"/>
    <p:sldLayoutId id="2147484292" r:id="rId6"/>
    <p:sldLayoutId id="2147484293" r:id="rId7"/>
    <p:sldLayoutId id="2147484294" r:id="rId8"/>
    <p:sldLayoutId id="2147484295" r:id="rId9"/>
    <p:sldLayoutId id="2147484296" r:id="rId10"/>
    <p:sldLayoutId id="214748429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微软雅黑" panose="020B0503020204020204" pitchFamily="34" charset="-122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微软雅黑" panose="020B0503020204020204" pitchFamily="34" charset="-122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4273364B-4037-CA66-F3DB-F0C1D065D7CD}"/>
              </a:ext>
            </a:extLst>
          </p:cNvPr>
          <p:cNvSpPr>
            <a:spLocks noGrp="1" noChangeArrowheads="1"/>
          </p:cNvSpPr>
          <p:nvPr>
            <p:ph type="title" idx="4294967295"/>
            <p:custDataLst>
              <p:tags r:id="rId13"/>
            </p:custDataLst>
          </p:nvPr>
        </p:nvSpPr>
        <p:spPr bwMode="auto">
          <a:xfrm>
            <a:off x="494593" y="340042"/>
            <a:ext cx="8011939" cy="51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BCA3ED0-0426-7892-91EE-FDD4A572200B}"/>
              </a:ext>
            </a:extLst>
          </p:cNvPr>
          <p:cNvSpPr>
            <a:spLocks noGrp="1" noChangeArrowheads="1"/>
          </p:cNvSpPr>
          <p:nvPr>
            <p:ph type="body" idx="4294967295"/>
            <p:custDataLst>
              <p:tags r:id="rId14"/>
            </p:custDataLst>
          </p:nvPr>
        </p:nvSpPr>
        <p:spPr bwMode="auto">
          <a:xfrm>
            <a:off x="494593" y="1020128"/>
            <a:ext cx="8011939" cy="39692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D9D64A-AEDD-CC77-858F-6D5CD49F0C52}"/>
              </a:ext>
            </a:extLst>
          </p:cNvPr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49300" y="5000626"/>
            <a:ext cx="1993609" cy="248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fontAlgn="auto">
              <a:defRPr sz="886" noProof="1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/>
              <a:pPr/>
              <a:t>2022/7/24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37061E-7DB7-1474-7C03-3BD26E2CE371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039052" y="5000626"/>
            <a:ext cx="2923022" cy="248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fontAlgn="auto">
              <a:defRPr sz="886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6F31F-CDD5-8D7E-93CE-FDA1FA487149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357044" y="5000626"/>
            <a:ext cx="1993609" cy="248781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r">
              <a:defRPr sz="886">
                <a:solidFill>
                  <a:srgbClr val="898989"/>
                </a:solidFill>
              </a:defRPr>
            </a:lvl1pPr>
          </a:lstStyle>
          <a:p>
            <a:fld id="{4E469379-FF23-9447-B496-178B48029F2C}" type="slidenum">
              <a:rPr lang="zh-CN" altLang="en-US"/>
              <a:pPr/>
              <a:t>‹#›</a:t>
            </a:fld>
            <a:endParaRPr lang="zh-CN" altLang="en-US"/>
          </a:p>
        </p:txBody>
      </p:sp>
      <p:sp>
        <p:nvSpPr>
          <p:cNvPr id="7" name="KSO_TEMPLATE" hidden="1">
            <a:extLst>
              <a:ext uri="{FF2B5EF4-FFF2-40B4-BE49-F238E27FC236}">
                <a16:creationId xmlns:a16="http://schemas.microsoft.com/office/drawing/2014/main" id="{FD19649F-3D71-0301-B8E6-4326781DB3E7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34" noProof="1"/>
          </a:p>
        </p:txBody>
      </p:sp>
    </p:spTree>
    <p:extLst>
      <p:ext uri="{BB962C8B-B14F-4D97-AF65-F5344CB8AC3E}">
        <p14:creationId xmlns:p14="http://schemas.microsoft.com/office/powerpoint/2010/main" val="1727129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0" r:id="rId2"/>
    <p:sldLayoutId id="2147484301" r:id="rId3"/>
    <p:sldLayoutId id="2147484302" r:id="rId4"/>
    <p:sldLayoutId id="2147484303" r:id="rId5"/>
    <p:sldLayoutId id="2147484304" r:id="rId6"/>
    <p:sldLayoutId id="2147484305" r:id="rId7"/>
    <p:sldLayoutId id="2147484306" r:id="rId8"/>
    <p:sldLayoutId id="2147484307" r:id="rId9"/>
    <p:sldLayoutId id="2147484308" r:id="rId10"/>
    <p:sldLayoutId id="2147484309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2067" b="1" kern="1200" spc="148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337551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67510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012652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350203" algn="l" rtl="0" fontAlgn="base">
        <a:spcBef>
          <a:spcPct val="0"/>
        </a:spcBef>
        <a:spcAft>
          <a:spcPct val="0"/>
        </a:spcAft>
        <a:defRPr sz="2067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168775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defRPr sz="1181" kern="1200" spc="111">
          <a:solidFill>
            <a:schemeClr val="tx1"/>
          </a:solidFill>
          <a:latin typeface="+mn-lt"/>
          <a:ea typeface="+mn-ea"/>
          <a:cs typeface="+mn-cs"/>
        </a:defRPr>
      </a:lvl1pPr>
      <a:lvl2pPr marL="506326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+mn-cs"/>
        </a:defRPr>
      </a:lvl2pPr>
      <a:lvl3pPr marL="843877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+mn-cs"/>
        </a:defRPr>
      </a:lvl3pPr>
      <a:lvl4pPr marL="118142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+mn-cs"/>
        </a:defRPr>
      </a:lvl4pPr>
      <a:lvl5pPr marL="1518978" indent="-168775" algn="l" rtl="0" fontAlgn="base">
        <a:lnSpc>
          <a:spcPct val="130000"/>
        </a:lnSpc>
        <a:spcBef>
          <a:spcPct val="0"/>
        </a:spcBef>
        <a:spcAft>
          <a:spcPts val="738"/>
        </a:spcAft>
        <a:buFont typeface="Arial" panose="020B0604020202020204" pitchFamily="34" charset="0"/>
        <a:buChar char="•"/>
        <a:tabLst>
          <a:tab pos="1188460" algn="l"/>
        </a:tabLst>
        <a:defRPr sz="1181" kern="1200" spc="111">
          <a:solidFill>
            <a:schemeClr val="tx1"/>
          </a:solidFill>
          <a:latin typeface="+mn-lt"/>
          <a:ea typeface="+mn-ea"/>
          <a:cs typeface="+mn-cs"/>
        </a:defRPr>
      </a:lvl5pPr>
      <a:lvl6pPr marL="1856529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194080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53163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869181" indent="-168775" algn="l" defTabSz="675102" rtl="0" eaLnBrk="1" latinLnBrk="0" hangingPunct="1">
        <a:lnSpc>
          <a:spcPct val="90000"/>
        </a:lnSpc>
        <a:spcBef>
          <a:spcPts val="369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1pPr>
      <a:lvl2pPr marL="337551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2pPr>
      <a:lvl3pPr marL="67510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12652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4pPr>
      <a:lvl5pPr marL="1350203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5pPr>
      <a:lvl6pPr marL="1687754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6pPr>
      <a:lvl7pPr marL="202530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7pPr>
      <a:lvl8pPr marL="2362855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8pPr>
      <a:lvl9pPr marL="2700406" algn="l" defTabSz="675102" rtl="0" eaLnBrk="1" latinLnBrk="0" hangingPunct="1">
        <a:defRPr sz="13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1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2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BDE0F08-0F41-44E3-FEA1-BB2AF2063F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你坐着为王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552B432-C3F8-A316-1178-9E5A76308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主耶和华 满有怜悯和恩典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我投靠在你翅膀荫下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当我回转 一宿虽然有哭泣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早晨必欢呼喜乐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9AD5E0-6333-B4E4-3AAE-404AE58C11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你坐着为王到永永远远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虽洪水翻腾我坚定仰望你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你坐着为王垂听我呼求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使我灵苏醒有复活的生命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E5E23FB-8174-E09E-4682-4058C078E73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耶稣我爱你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5DE9B1-AE79-0425-9CC4-D81229151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耶稣，我爱你；</a:t>
            </a:r>
          </a:p>
          <a:p>
            <a:r>
              <a:rPr lang="zh-CN" altLang="en-US" sz="4430"/>
              <a:t>耶稣，全心敬拜你；</a:t>
            </a:r>
          </a:p>
          <a:p>
            <a:r>
              <a:rPr lang="zh-CN" altLang="en-US" sz="4430"/>
              <a:t>耶稣，圣洁神羔羊；</a:t>
            </a:r>
          </a:p>
          <a:p>
            <a:r>
              <a:rPr lang="zh-CN" altLang="en-US" sz="4430"/>
              <a:t>耶稣，奇妙的救主；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B2148E-AAE8-AC65-80B2-1575CDDB2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耶稣，我渴望亲近你，</a:t>
            </a:r>
          </a:p>
          <a:p>
            <a:r>
              <a:rPr lang="zh-CN" altLang="en-US" sz="4430"/>
              <a:t>深深与你相契。</a:t>
            </a:r>
          </a:p>
          <a:p>
            <a:r>
              <a:rPr lang="zh-CN" altLang="en-US" sz="4430"/>
              <a:t>千万人之中，有谁能像你，</a:t>
            </a:r>
          </a:p>
          <a:p>
            <a:r>
              <a:rPr lang="zh-CN" altLang="en-US" sz="4430"/>
              <a:t>如此荣耀、美丽。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071DB1-0B5F-7E6B-F38F-1A9AAC562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我一切永属你，</a:t>
            </a:r>
          </a:p>
          <a:p>
            <a:r>
              <a:rPr lang="zh-CN" altLang="en-US" sz="4430"/>
              <a:t>一生活着为你，</a:t>
            </a:r>
          </a:p>
          <a:p>
            <a:r>
              <a:rPr lang="zh-CN" altLang="en-US" sz="4430"/>
              <a:t>愿时刻依靠你慈声引领，</a:t>
            </a:r>
          </a:p>
          <a:p>
            <a:r>
              <a:rPr lang="zh-CN" altLang="en-US" sz="4430"/>
              <a:t>以你的心为心。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51B3F9D-FF57-3C1E-B949-4D8CA2F637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住在你里面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4BA1B34-F0DC-A4DF-2A41-7246DC8E6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3"/>
            <a:ext cx="7751750" cy="3500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在干旱无水之地，我渴慕祢；</a:t>
            </a:r>
          </a:p>
          <a:p>
            <a:r>
              <a:rPr lang="zh-CN" altLang="en-US" sz="4430"/>
              <a:t>在旷野无人之处，我寻求祢。</a:t>
            </a:r>
          </a:p>
          <a:p>
            <a:r>
              <a:rPr lang="zh-CN" altLang="en-US" sz="4430"/>
              <a:t>得救在乎归回安息，</a:t>
            </a:r>
          </a:p>
          <a:p>
            <a:r>
              <a:rPr lang="zh-CN" altLang="en-US" sz="4430"/>
              <a:t>得力在乎平静安稳，</a:t>
            </a:r>
          </a:p>
          <a:p>
            <a:r>
              <a:rPr lang="zh-CN" altLang="en-US" sz="4430"/>
              <a:t>我等候祢如鹰展翅上腾。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70B3A88-08B2-193B-1003-9F51870BD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住在祢里面，住在祢里面，</a:t>
            </a:r>
          </a:p>
          <a:p>
            <a:r>
              <a:rPr lang="zh-CN" altLang="en-US" sz="4430"/>
              <a:t>如同枝子与葡萄树紧紧相连；</a:t>
            </a:r>
          </a:p>
          <a:p>
            <a:r>
              <a:rPr lang="zh-CN" altLang="en-US" sz="4430"/>
              <a:t>住在祢里面，住在祢里面，</a:t>
            </a:r>
          </a:p>
          <a:p>
            <a:r>
              <a:rPr lang="zh-CN" altLang="en-US" sz="4430"/>
              <a:t>领受生命活水泉源永不枯竭。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"/>
          <p:cNvSpPr/>
          <p:nvPr/>
        </p:nvSpPr>
        <p:spPr>
          <a:xfrm>
            <a:off x="10" y="2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64705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80" name="Google Shape;280;p6"/>
          <p:cNvGrpSpPr/>
          <p:nvPr/>
        </p:nvGrpSpPr>
        <p:grpSpPr>
          <a:xfrm>
            <a:off x="1219537" y="1116161"/>
            <a:ext cx="5507593" cy="3481503"/>
            <a:chOff x="2632363" y="1837538"/>
            <a:chExt cx="3879273" cy="3182922"/>
          </a:xfrm>
        </p:grpSpPr>
        <p:sp>
          <p:nvSpPr>
            <p:cNvPr id="281" name="Google Shape;281;p6"/>
            <p:cNvSpPr/>
            <p:nvPr/>
          </p:nvSpPr>
          <p:spPr>
            <a:xfrm>
              <a:off x="2632363" y="1837538"/>
              <a:ext cx="3879273" cy="3182922"/>
            </a:xfrm>
            <a:prstGeom prst="wedgeRoundRectCallout">
              <a:avLst>
                <a:gd name="adj1" fmla="val -36109"/>
                <a:gd name="adj2" fmla="val 64439"/>
                <a:gd name="adj3" fmla="val 16667"/>
              </a:avLst>
            </a:prstGeom>
            <a:solidFill>
              <a:schemeClr val="dk1">
                <a:alpha val="29803"/>
              </a:schemeClr>
            </a:solidFill>
            <a:ln w="38100" cap="flat" cmpd="sng">
              <a:solidFill>
                <a:schemeClr val="lt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82" name="Google Shape;282;p6"/>
            <p:cNvSpPr txBox="1"/>
            <p:nvPr/>
          </p:nvSpPr>
          <p:spPr>
            <a:xfrm>
              <a:off x="2772712" y="2108669"/>
              <a:ext cx="3598588" cy="24198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各位亲爱的弟兄姊妹</a:t>
              </a:r>
              <a:endParaRPr sz="3200" b="1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主内平安！</a:t>
              </a:r>
              <a:endParaRPr sz="3200" b="0" i="0" u="none" strike="noStrike" cap="none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chemeClr val="lt1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欢迎第一次来这里的朋友们</a:t>
              </a:r>
              <a:endParaRPr sz="3200" b="1" i="0" u="none" strike="noStrike" cap="none" dirty="0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200" b="1" i="0" u="none" strike="noStrike" cap="none" dirty="0">
                  <a:solidFill>
                    <a:srgbClr val="FFFF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耶稣爱你！</a:t>
              </a:r>
              <a:endParaRPr sz="1000" b="0" i="0" u="none" strike="noStrike" cap="none" dirty="0">
                <a:solidFill>
                  <a:srgbClr val="FFFF00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1"/>
          <p:cNvSpPr txBox="1"/>
          <p:nvPr/>
        </p:nvSpPr>
        <p:spPr>
          <a:xfrm>
            <a:off x="1908277" y="1836243"/>
            <a:ext cx="5472608" cy="11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使 徒 信 经</a:t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476226" y="1692225"/>
            <a:ext cx="5112568" cy="144016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10" y="654357"/>
            <a:ext cx="9001125" cy="378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我信上帝全能的父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创造天地的主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我信我主耶稣基督</a:t>
            </a:r>
            <a:endParaRPr lang="zh-CN" altLang="en-US"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上帝独生的子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 txBox="1"/>
          <p:nvPr/>
        </p:nvSpPr>
        <p:spPr>
          <a:xfrm>
            <a:off x="-71433" y="671449"/>
            <a:ext cx="9143990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因圣灵感孕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由童贞女马利亚所生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在本丢彼拉多手下受难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867007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-1" y="870381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被钉于十字架，受死，埋葬</a:t>
            </a:r>
            <a:r>
              <a:rPr lang="en-US" alt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zh-CN" sz="6000" b="1" dirty="0">
                <a:solidFill>
                  <a:schemeClr val="dk1"/>
                </a:solidFill>
              </a:rPr>
              <a:t> </a:t>
            </a: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降在阴间</a:t>
            </a:r>
            <a:endParaRPr sz="6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第三天从死人中复活升天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/>
        </p:nvSpPr>
        <p:spPr>
          <a:xfrm>
            <a:off x="-68367" y="870381"/>
            <a:ext cx="9137857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坐在全能父上帝的右边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将来必从那里降临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审判活人死人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906376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-1" y="860509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我信圣灵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我信圣而公之教会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我信圣徒相通</a:t>
            </a:r>
            <a:endParaRPr sz="6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 txBox="1"/>
          <p:nvPr/>
        </p:nvSpPr>
        <p:spPr>
          <a:xfrm>
            <a:off x="-1" y="860509"/>
            <a:ext cx="9001125" cy="2860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我信罪得赦免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我信身体复活</a:t>
            </a:r>
            <a:endParaRPr kumimoji="0" sz="6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我信永生。阿们。</a:t>
            </a:r>
            <a:endParaRPr kumimoji="0" sz="6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3173410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7"/>
          <p:cNvSpPr/>
          <p:nvPr/>
        </p:nvSpPr>
        <p:spPr>
          <a:xfrm>
            <a:off x="10" y="0"/>
            <a:ext cx="9001125" cy="5400676"/>
          </a:xfrm>
          <a:prstGeom prst="roundRect">
            <a:avLst>
              <a:gd name="adj" fmla="val 0"/>
            </a:avLst>
          </a:prstGeom>
          <a:solidFill>
            <a:schemeClr val="dk1">
              <a:alpha val="44705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289" name="Google Shape;289;p7"/>
          <p:cNvGrpSpPr/>
          <p:nvPr/>
        </p:nvGrpSpPr>
        <p:grpSpPr>
          <a:xfrm>
            <a:off x="1590067" y="1485566"/>
            <a:ext cx="5821011" cy="1794490"/>
            <a:chOff x="2035834" y="1992702"/>
            <a:chExt cx="7884544" cy="2278717"/>
          </a:xfrm>
        </p:grpSpPr>
        <p:sp>
          <p:nvSpPr>
            <p:cNvPr id="290" name="Google Shape;290;p7"/>
            <p:cNvSpPr txBox="1"/>
            <p:nvPr/>
          </p:nvSpPr>
          <p:spPr>
            <a:xfrm>
              <a:off x="3765373" y="2163150"/>
              <a:ext cx="4425468" cy="1543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300" b="1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默    祷</a:t>
              </a:r>
              <a:endParaRPr sz="73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7"/>
          <p:cNvSpPr txBox="1"/>
          <p:nvPr/>
        </p:nvSpPr>
        <p:spPr>
          <a:xfrm>
            <a:off x="3132415" y="2764216"/>
            <a:ext cx="3312368" cy="800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SILENT  PRAYER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EDE2B5C-7D77-085E-4D94-D33FCABCC3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我只仰望你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0EE626-400B-A053-6F08-6C1F44E21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祢是我主、我的盼望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是我坚固磐石和力量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我要向祢，切切恳求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请作我一生的救主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208C135-71E6-ABB1-3E8D-C2D229EB0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祢是我的主，祢是我的王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祢是我高台和盾牌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我的心渴慕，要讨祢喜悦</a:t>
            </a:r>
          </a:p>
          <a:p>
            <a:pPr defTabSz="675102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zh-CN" altLang="en-US" sz="4430" kern="120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我诚心向祢屈膝敬拜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1"/>
            <a:ext cx="9001125" cy="5400674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5"/>
          <p:cNvSpPr/>
          <p:nvPr/>
        </p:nvSpPr>
        <p:spPr>
          <a:xfrm>
            <a:off x="10" y="2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10" y="3636451"/>
            <a:ext cx="9001125" cy="1184875"/>
          </a:xfrm>
          <a:prstGeom prst="rect">
            <a:avLst/>
          </a:prstGeom>
          <a:solidFill>
            <a:schemeClr val="dk1">
              <a:alpha val="29803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李健</a:t>
            </a:r>
            <a:r>
              <a:rPr lang="zh-CN" altLang="en-US" sz="2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altLang="en-US" sz="2800" b="1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执事</a:t>
            </a:r>
            <a:endParaRPr sz="2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7" name="Google Shape;337;p15"/>
          <p:cNvGrpSpPr/>
          <p:nvPr/>
        </p:nvGrpSpPr>
        <p:grpSpPr>
          <a:xfrm>
            <a:off x="1836280" y="1395497"/>
            <a:ext cx="5502793" cy="1794490"/>
            <a:chOff x="2035834" y="1992702"/>
            <a:chExt cx="7884544" cy="2278717"/>
          </a:xfrm>
        </p:grpSpPr>
        <p:sp>
          <p:nvSpPr>
            <p:cNvPr id="338" name="Google Shape;338;p15"/>
            <p:cNvSpPr txBox="1"/>
            <p:nvPr/>
          </p:nvSpPr>
          <p:spPr>
            <a:xfrm>
              <a:off x="2672709" y="2186623"/>
              <a:ext cx="6828917" cy="1543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300" b="1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代 表 祷 告</a:t>
              </a:r>
              <a:endParaRPr sz="7300" b="1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39" name="Google Shape;339;p15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40" name="Google Shape;340;p15"/>
          <p:cNvSpPr txBox="1"/>
          <p:nvPr/>
        </p:nvSpPr>
        <p:spPr>
          <a:xfrm>
            <a:off x="2772370" y="2700338"/>
            <a:ext cx="4536504" cy="46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lt1"/>
                </a:solidFill>
                <a:latin typeface="MS PGothic"/>
                <a:ea typeface="MS PGothic"/>
                <a:cs typeface="MS PGothic"/>
                <a:sym typeface="MS PGothic"/>
              </a:rPr>
              <a:t>REPRESENTATIVE  PRAYER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0FF6A9A-61A7-1E02-5C5D-AE93D80F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687" y="653623"/>
            <a:ext cx="7751750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4000" dirty="0"/>
              <a:t>十字架的门徒</a:t>
            </a:r>
            <a:endParaRPr lang="en-US" altLang="zh-CN" sz="4000" dirty="0"/>
          </a:p>
          <a:p>
            <a:endParaRPr lang="en-US" altLang="zh-CN" sz="4000" dirty="0"/>
          </a:p>
          <a:p>
            <a:r>
              <a:rPr lang="zh-CN" altLang="en-US" sz="4000" dirty="0"/>
              <a:t> </a:t>
            </a:r>
            <a:endParaRPr lang="en-US" altLang="zh-CN" sz="4000" dirty="0"/>
          </a:p>
          <a:p>
            <a:r>
              <a:rPr lang="en-US" altLang="zh-CN" sz="2000" dirty="0"/>
              <a:t>Acts</a:t>
            </a:r>
            <a:r>
              <a:rPr lang="zh-CN" altLang="en-US" sz="2000" dirty="0"/>
              <a:t> </a:t>
            </a:r>
            <a:r>
              <a:rPr lang="en-US" altLang="zh-CN" sz="2000" dirty="0"/>
              <a:t>10:</a:t>
            </a:r>
            <a:r>
              <a:rPr lang="zh-CN" altLang="en-US" sz="2000" dirty="0"/>
              <a:t> </a:t>
            </a:r>
            <a:r>
              <a:rPr lang="en-US" altLang="zh-CN" sz="2000" b="1" baseline="30000" dirty="0"/>
              <a:t>39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r>
              <a:rPr lang="zh-CN" altLang="en-US" sz="4000" dirty="0"/>
              <a:t>他在犹太人之地，并耶路撒冷所行的一切事，有我们作见证。他们竟把他挂在木头上杀了。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1D71615-5D03-C4A7-2808-12805E931E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4593" y="289489"/>
            <a:ext cx="8011939" cy="830963"/>
          </a:xfrm>
        </p:spPr>
        <p:txBody>
          <a:bodyPr/>
          <a:lstStyle/>
          <a:p>
            <a:r>
              <a:rPr lang="zh-CN" altLang="en-US" sz="5316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十架下我低头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19627EF-CB5B-2194-BD72-BCA03CA39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十架下我低头静默思想</a:t>
            </a:r>
          </a:p>
          <a:p>
            <a:r>
              <a:rPr lang="zh-CN" altLang="en-US" sz="4430"/>
              <a:t>主耶稣为何故受苦害</a:t>
            </a:r>
          </a:p>
          <a:p>
            <a:r>
              <a:rPr lang="zh-CN" altLang="en-US" sz="4430"/>
              <a:t>无瑕疵，无斑点，神的羔羊</a:t>
            </a:r>
          </a:p>
          <a:p>
            <a:r>
              <a:rPr lang="zh-CN" altLang="en-US" sz="4430"/>
              <a:t>为了我，舍性命，偿罪债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0BE0C8-D78E-2606-CC3E-CC9937DBB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我本是一罪奴，沉溺罪中</a:t>
            </a:r>
          </a:p>
          <a:p>
            <a:r>
              <a:rPr lang="zh-CN" altLang="en-US" sz="4430"/>
              <a:t>无前途，无盼望，真可危</a:t>
            </a:r>
          </a:p>
          <a:p>
            <a:r>
              <a:rPr lang="zh-CN" altLang="en-US" sz="4430"/>
              <a:t>谁想到主救恩如此深宏</a:t>
            </a:r>
          </a:p>
          <a:p>
            <a:r>
              <a:rPr lang="zh-CN" altLang="en-US" sz="4430"/>
              <a:t>竟然肯无条件死代罪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E03E950-863E-DD86-78E7-9B1F79E50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/>
              <a:t>主曾经离天庭亲临人间</a:t>
            </a:r>
          </a:p>
          <a:p>
            <a:r>
              <a:rPr lang="zh-CN" altLang="en-US" sz="4430"/>
              <a:t>不用我上天寻、入地求</a:t>
            </a:r>
          </a:p>
          <a:p>
            <a:r>
              <a:rPr lang="zh-CN" altLang="en-US" sz="4430"/>
              <a:t>十架上受罪刑，救赎完全</a:t>
            </a:r>
          </a:p>
          <a:p>
            <a:r>
              <a:rPr lang="zh-CN" altLang="en-US" sz="4430"/>
              <a:t>不须我添功行去补救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3D653A9-A651-3A21-B3CA-5D6FF74E2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593" y="1521284"/>
            <a:ext cx="7751750" cy="2819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4430" dirty="0"/>
              <a:t>哦，恩主，祢为我撇下所有</a:t>
            </a:r>
          </a:p>
          <a:p>
            <a:r>
              <a:rPr lang="zh-CN" altLang="en-US" sz="4430" dirty="0"/>
              <a:t>奇妙爱我怎能再轻弃</a:t>
            </a:r>
          </a:p>
          <a:p>
            <a:r>
              <a:rPr lang="zh-CN" altLang="en-US" sz="4430" dirty="0"/>
              <a:t>我惟有从今后相信、接受</a:t>
            </a:r>
          </a:p>
          <a:p>
            <a:r>
              <a:rPr lang="zh-CN" altLang="en-US" sz="4430" dirty="0"/>
              <a:t>献全身并全心归给祢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" fill="hold"/>
                                        <p:tgtEl>
                                          <p:spTgt spid="8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" fill="hold"/>
                                        <p:tgtEl>
                                          <p:spTgt spid="2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" y="2"/>
            <a:ext cx="9001125" cy="54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2"/>
          <p:cNvSpPr/>
          <p:nvPr/>
        </p:nvSpPr>
        <p:spPr>
          <a:xfrm>
            <a:off x="0" y="0"/>
            <a:ext cx="9001125" cy="5400675"/>
          </a:xfrm>
          <a:prstGeom prst="roundRect">
            <a:avLst>
              <a:gd name="adj" fmla="val 0"/>
            </a:avLst>
          </a:prstGeom>
          <a:solidFill>
            <a:schemeClr val="dk1">
              <a:alpha val="40000"/>
            </a:schemeClr>
          </a:solidFill>
          <a:ln>
            <a:noFill/>
          </a:ln>
        </p:spPr>
        <p:txBody>
          <a:bodyPr spcFirstLastPara="1" wrap="square" lIns="69125" tIns="34550" rIns="69125" bIns="345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grpSp>
        <p:nvGrpSpPr>
          <p:cNvPr id="404" name="Google Shape;404;p22"/>
          <p:cNvGrpSpPr/>
          <p:nvPr/>
        </p:nvGrpSpPr>
        <p:grpSpPr>
          <a:xfrm>
            <a:off x="1590067" y="1306149"/>
            <a:ext cx="5821011" cy="1794490"/>
            <a:chOff x="2035834" y="1992702"/>
            <a:chExt cx="7884544" cy="2278717"/>
          </a:xfrm>
        </p:grpSpPr>
        <p:sp>
          <p:nvSpPr>
            <p:cNvPr id="405" name="Google Shape;405;p22"/>
            <p:cNvSpPr txBox="1"/>
            <p:nvPr/>
          </p:nvSpPr>
          <p:spPr>
            <a:xfrm>
              <a:off x="5215778" y="3501978"/>
              <a:ext cx="1524660" cy="7621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3300" dirty="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Pray</a:t>
              </a:r>
              <a:endParaRPr dirty="0"/>
            </a:p>
          </p:txBody>
        </p:sp>
        <p:sp>
          <p:nvSpPr>
            <p:cNvPr id="406" name="Google Shape;406;p22"/>
            <p:cNvSpPr txBox="1"/>
            <p:nvPr/>
          </p:nvSpPr>
          <p:spPr>
            <a:xfrm>
              <a:off x="2174243" y="2163150"/>
              <a:ext cx="7522372" cy="15242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CN" sz="7200" b="1" dirty="0">
                  <a:solidFill>
                    <a:schemeClr val="lt1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奉 献 祝 福</a:t>
              </a:r>
              <a:endParaRPr b="1" dirty="0"/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2035834" y="1992702"/>
              <a:ext cx="7884544" cy="2278717"/>
            </a:xfrm>
            <a:prstGeom prst="rect">
              <a:avLst/>
            </a:prstGeom>
            <a:noFill/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3"/>
          <p:cNvSpPr txBox="1"/>
          <p:nvPr/>
        </p:nvSpPr>
        <p:spPr>
          <a:xfrm>
            <a:off x="2340326" y="2124275"/>
            <a:ext cx="4752528" cy="1107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教 会 消 息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1836266" y="1980257"/>
            <a:ext cx="5184576" cy="1368152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 txBox="1"/>
          <p:nvPr/>
        </p:nvSpPr>
        <p:spPr>
          <a:xfrm>
            <a:off x="108074" y="1593949"/>
            <a:ext cx="6696744" cy="110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600" b="1" dirty="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主  祷  文</a:t>
            </a:r>
            <a:endParaRPr sz="6600" b="1" dirty="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612130" y="1404193"/>
            <a:ext cx="5616624" cy="1512168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1"/>
          </p:nvPr>
        </p:nvSpPr>
        <p:spPr>
          <a:xfrm>
            <a:off x="35942" y="1260177"/>
            <a:ext cx="9001125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我们在天上的 父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愿人都尊你的名为圣</a:t>
            </a:r>
            <a:endParaRPr sz="7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0124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"/>
          <p:cNvSpPr txBox="1">
            <a:spLocks noGrp="1"/>
          </p:cNvSpPr>
          <p:nvPr>
            <p:ph type="subTitle" idx="1"/>
          </p:nvPr>
        </p:nvSpPr>
        <p:spPr>
          <a:xfrm>
            <a:off x="35942" y="1260177"/>
            <a:ext cx="9001125" cy="3528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ctr" anchorCtr="0">
            <a:noAutofit/>
          </a:bodyPr>
          <a:lstStyle/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愿你的国</a:t>
            </a:r>
            <a:r>
              <a:rPr lang="zh-CN" altLang="en-US" sz="7000" b="1" dirty="0">
                <a:latin typeface="+mj-lt"/>
              </a:rPr>
              <a:t>度</a:t>
            </a:r>
            <a:r>
              <a:rPr lang="zh-CN" sz="7000" b="1" dirty="0">
                <a:latin typeface="+mj-lt"/>
              </a:rPr>
              <a:t>降临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愿你的旨意行在地上</a:t>
            </a:r>
            <a:endParaRPr sz="7000" b="1" dirty="0">
              <a:latin typeface="+mj-lt"/>
            </a:endParaRPr>
          </a:p>
          <a:p>
            <a:pPr marL="0" lvl="0" indent="0" algn="ctr" rtl="0"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lang="zh-CN" sz="7000" b="1" dirty="0">
                <a:latin typeface="+mj-lt"/>
              </a:rPr>
              <a:t>如同行在天上。</a:t>
            </a:r>
            <a:endParaRPr sz="7000" b="1" dirty="0">
              <a:latin typeface="+mj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"/>
          <p:cNvSpPr txBox="1">
            <a:spLocks noGrp="1"/>
          </p:cNvSpPr>
          <p:nvPr>
            <p:ph type="subTitle" idx="1"/>
          </p:nvPr>
        </p:nvSpPr>
        <p:spPr>
          <a:xfrm>
            <a:off x="-1" y="1620217"/>
            <a:ext cx="9001125" cy="3780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我们日用的饮食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今日赐给我们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免我们所欠的债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如同我们免了人的债</a:t>
            </a:r>
            <a:endParaRPr lang="en-US" altLang="zh-CN"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+mn-ea"/>
                <a:cs typeface="Arial"/>
                <a:sym typeface="Arial"/>
              </a:rPr>
              <a:t>哈利路亚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不叫我们遇见试探</a:t>
            </a:r>
            <a:endParaRPr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救我们脱离凶恶</a:t>
            </a:r>
            <a:endParaRPr sz="7000" dirty="0">
              <a:latin typeface="+mj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5652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因为国度</a:t>
            </a:r>
            <a:endParaRPr sz="7000" b="1" dirty="0">
              <a:latin typeface="+mj-lt"/>
              <a:ea typeface="+mn-ea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权柄和荣耀</a:t>
            </a:r>
            <a:endParaRPr sz="7000" dirty="0">
              <a:latin typeface="+mj-lt"/>
              <a:ea typeface="+mn-e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sz="7000" b="1" dirty="0">
                <a:latin typeface="+mj-lt"/>
                <a:ea typeface="+mn-ea"/>
                <a:cs typeface="Arial"/>
                <a:sym typeface="Arial"/>
              </a:rPr>
              <a:t>全是你的，直到永远</a:t>
            </a:r>
            <a:endParaRPr sz="7000" dirty="0">
              <a:latin typeface="+mj-lt"/>
              <a:ea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29"/>
          <p:cNvSpPr txBox="1">
            <a:spLocks noGrp="1"/>
          </p:cNvSpPr>
          <p:nvPr>
            <p:ph type="subTitle" idx="1"/>
          </p:nvPr>
        </p:nvSpPr>
        <p:spPr>
          <a:xfrm>
            <a:off x="10" y="1620217"/>
            <a:ext cx="9001125" cy="3024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825" tIns="44900" rIns="89825" bIns="44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我要一生一世寻求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在主殿中瞻仰荣美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因为国度权柄和荣耀</a:t>
            </a:r>
            <a:endParaRPr lang="en-US" altLang="zh-CN" sz="7000" b="1" dirty="0">
              <a:latin typeface="+mj-lt"/>
              <a:ea typeface="SimSun" panose="02010600030101010101" pitchFamily="2" charset="-122"/>
              <a:cs typeface="Arial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44332A"/>
              </a:buClr>
              <a:buSzPts val="4400"/>
              <a:buNone/>
            </a:pPr>
            <a:r>
              <a:rPr lang="zh-CN" altLang="en-US" sz="7000" b="1" dirty="0">
                <a:latin typeface="+mj-lt"/>
                <a:ea typeface="SimSun" panose="02010600030101010101" pitchFamily="2" charset="-122"/>
                <a:cs typeface="Arial"/>
                <a:sym typeface="Arial"/>
              </a:rPr>
              <a:t>全是你的直到永远</a:t>
            </a:r>
            <a:endParaRPr sz="7000" b="1" dirty="0">
              <a:latin typeface="+mj-lt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6188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0"/>
          <p:cNvSpPr txBox="1"/>
          <p:nvPr/>
        </p:nvSpPr>
        <p:spPr>
          <a:xfrm>
            <a:off x="3060402" y="1232886"/>
            <a:ext cx="4680520" cy="1323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祝   祷</a:t>
            </a:r>
            <a:endParaRPr/>
          </a:p>
        </p:txBody>
      </p:sp>
      <p:sp>
        <p:nvSpPr>
          <p:cNvPr id="460" name="Google Shape;460;p30"/>
          <p:cNvSpPr/>
          <p:nvPr/>
        </p:nvSpPr>
        <p:spPr>
          <a:xfrm>
            <a:off x="2340324" y="1116161"/>
            <a:ext cx="4464496" cy="1872208"/>
          </a:xfrm>
          <a:prstGeom prst="rect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461" name="Google Shape;461;p30"/>
          <p:cNvSpPr txBox="1"/>
          <p:nvPr/>
        </p:nvSpPr>
        <p:spPr>
          <a:xfrm>
            <a:off x="4068514" y="2340297"/>
            <a:ext cx="1224136" cy="64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Pray</a:t>
            </a:r>
            <a:endParaRPr/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SLIDE_ID" val="custom20187308_1"/>
  <p:tag name="KSO_WM_TEMPLATE_SUBCATEGORY" val="0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87308"/>
  <p:tag name="KSO_WM_SLIDE_LAYOUT" val="a_b"/>
  <p:tag name="KSO_WM_SLIDE_LAYOUT_CNT" val="1_1"/>
</p:tagLst>
</file>

<file path=ppt/theme/theme1.xml><?xml version="1.0" encoding="utf-8"?>
<a:theme xmlns:a="http://schemas.openxmlformats.org/drawingml/2006/main" name="跋涉">
  <a:themeElements>
    <a:clrScheme name="跋涉">
      <a:dk1>
        <a:srgbClr val="000000"/>
      </a:dk1>
      <a:lt1>
        <a:srgbClr val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17406D"/>
      </a:dk2>
      <a:lt2>
        <a:srgbClr val="C7D5E2"/>
      </a:lt2>
      <a:accent1>
        <a:srgbClr val="7CCA62"/>
      </a:accent1>
      <a:accent2>
        <a:srgbClr val="009DD9"/>
      </a:accent2>
      <a:accent3>
        <a:srgbClr val="0BD0D9"/>
      </a:accent3>
      <a:accent4>
        <a:srgbClr val="10CF9B"/>
      </a:accent4>
      <a:accent5>
        <a:srgbClr val="0F6FC6"/>
      </a:accent5>
      <a:accent6>
        <a:srgbClr val="A5C249"/>
      </a:accent6>
      <a:hlink>
        <a:srgbClr val="F49100"/>
      </a:hlink>
      <a:folHlink>
        <a:srgbClr val="85DFD0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728</Words>
  <Application>Microsoft Macintosh PowerPoint</Application>
  <PresentationFormat>自定义</PresentationFormat>
  <Paragraphs>128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Libre Franklin Thin</vt:lpstr>
      <vt:lpstr>MS PGothic</vt:lpstr>
      <vt:lpstr>Noto Sans Symbols</vt:lpstr>
      <vt:lpstr>Malgun Gothic</vt:lpstr>
      <vt:lpstr>Libre Franklin</vt:lpstr>
      <vt:lpstr>Calibri</vt:lpstr>
      <vt:lpstr>微软雅黑</vt:lpstr>
      <vt:lpstr>Arial</vt:lpstr>
      <vt:lpstr>微软雅黑</vt:lpstr>
      <vt:lpstr>跋涉</vt:lpstr>
      <vt:lpstr>3_Office 主题​​</vt:lpstr>
      <vt:lpstr>1_Office 主题​​</vt:lpstr>
      <vt:lpstr>Office 主题​​</vt:lpstr>
      <vt:lpstr>你坐着为王</vt:lpstr>
      <vt:lpstr>耶稣我爱你</vt:lpstr>
      <vt:lpstr>住在你里面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我只仰望你</vt:lpstr>
      <vt:lpstr>PowerPoint 演示文稿</vt:lpstr>
      <vt:lpstr>PowerPoint 演示文稿</vt:lpstr>
      <vt:lpstr>十架下我低头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耶和华是爱</dc:title>
  <dc:creator>My Note-PC</dc:creator>
  <cp:lastModifiedBy>DONG, HUILU</cp:lastModifiedBy>
  <cp:revision>80</cp:revision>
  <dcterms:created xsi:type="dcterms:W3CDTF">2019-06-09T00:57:22Z</dcterms:created>
  <dcterms:modified xsi:type="dcterms:W3CDTF">2022-07-23T23:49:13Z</dcterms:modified>
</cp:coreProperties>
</file>