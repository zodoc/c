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40.xml" ContentType="application/vnd.openxmlformats-officedocument.presentationml.tags+xml"/>
  <Override PartName="/ppt/notesSlides/notesSlide11.xml" ContentType="application/vnd.openxmlformats-officedocument.presentationml.notesSlide+xml"/>
  <Override PartName="/ppt/tags/tag41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961" r:id="rId2"/>
    <p:sldMasterId id="2147484226" r:id="rId3"/>
  </p:sldMasterIdLst>
  <p:notesMasterIdLst>
    <p:notesMasterId r:id="rId27"/>
  </p:notesMasterIdLst>
  <p:sldIdLst>
    <p:sldId id="261" r:id="rId4"/>
    <p:sldId id="266" r:id="rId5"/>
    <p:sldId id="267" r:id="rId6"/>
    <p:sldId id="1388" r:id="rId7"/>
    <p:sldId id="268" r:id="rId8"/>
    <p:sldId id="1389" r:id="rId9"/>
    <p:sldId id="269" r:id="rId10"/>
    <p:sldId id="1390" r:id="rId11"/>
    <p:sldId id="262" r:id="rId12"/>
    <p:sldId id="276" r:id="rId13"/>
    <p:sldId id="270" r:id="rId14"/>
    <p:sldId id="1010" r:id="rId15"/>
    <p:sldId id="478" r:id="rId16"/>
    <p:sldId id="278" r:id="rId17"/>
    <p:sldId id="279" r:id="rId18"/>
    <p:sldId id="282" r:id="rId19"/>
    <p:sldId id="1393" r:id="rId20"/>
    <p:sldId id="283" r:id="rId21"/>
    <p:sldId id="284" r:id="rId22"/>
    <p:sldId id="1394" r:id="rId23"/>
    <p:sldId id="285" r:id="rId24"/>
    <p:sldId id="1392" r:id="rId25"/>
    <p:sldId id="286" r:id="rId26"/>
  </p:sldIdLst>
  <p:sldSz cx="9001125" cy="5400675"/>
  <p:notesSz cx="6858000" cy="9144000"/>
  <p:embeddedFontLst>
    <p:embeddedFont>
      <p:font typeface="宋体" panose="02010600030101010101" pitchFamily="2" charset="-122"/>
      <p:regular r:id="rId28"/>
    </p:embeddedFont>
    <p:embeddedFont>
      <p:font typeface="微软雅黑" panose="020B0503020204020204" pitchFamily="34" charset="-122"/>
      <p:regular r:id="rId29"/>
      <p:bold r:id="rId30"/>
    </p:embeddedFont>
    <p:embeddedFont>
      <p:font typeface="微软雅黑" panose="020B0503020204020204" pitchFamily="34" charset="-122"/>
      <p:regular r:id="rId29"/>
      <p:bold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Libre Franklin" pitchFamily="2" charset="0"/>
      <p:regular r:id="rId35"/>
      <p:bold r:id="rId36"/>
      <p:italic r:id="rId37"/>
      <p:boldItalic r:id="rId38"/>
    </p:embeddedFont>
    <p:embeddedFont>
      <p:font typeface="Libre Franklin Thin" pitchFamily="2" charset="0"/>
      <p:regular r:id="rId39"/>
      <p:bold r:id="rId40"/>
      <p:italic r:id="rId41"/>
      <p:boldItalic r:id="rId42"/>
    </p:embeddedFont>
    <p:embeddedFont>
      <p:font typeface="Malgun Gothic" panose="020B0503020000020004" pitchFamily="34" charset="-127"/>
      <p:regular r:id="rId43"/>
      <p:bold r:id="rId44"/>
    </p:embeddedFont>
    <p:embeddedFont>
      <p:font typeface="MS PGothic" panose="020B0600070205080204" pitchFamily="34" charset="-128"/>
      <p:regular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02">
          <p15:clr>
            <a:srgbClr val="A4A3A4"/>
          </p15:clr>
        </p15:guide>
        <p15:guide id="2" pos="2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0" roundtripDataSignature="AMtx7mh/ydJelB5zHTjdSqhgUbLte5n3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52"/>
    <p:restoredTop sz="92041"/>
  </p:normalViewPr>
  <p:slideViewPr>
    <p:cSldViewPr snapToGrid="0">
      <p:cViewPr varScale="1">
        <p:scale>
          <a:sx n="145" d="100"/>
          <a:sy n="145" d="100"/>
        </p:scale>
        <p:origin x="200" y="248"/>
      </p:cViewPr>
      <p:guideLst>
        <p:guide orient="horz" pos="1702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12.fntdata"/><Relationship Id="rId21" Type="http://schemas.openxmlformats.org/officeDocument/2006/relationships/slide" Target="slides/slide18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104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font" Target="fonts/font2.fntdata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10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10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100" Type="http://customschemas.google.com/relationships/presentationmetadata" Target="meta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103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715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8859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1028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095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265" name="幻灯片图像占位符 1">
            <a:extLst>
              <a:ext uri="{FF2B5EF4-FFF2-40B4-BE49-F238E27FC236}">
                <a16:creationId xmlns:a16="http://schemas.microsoft.com/office/drawing/2014/main" id="{C9E736EB-AB7A-E6E3-6A87-E7502F035BD1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547266" name="备注占位符 2">
            <a:extLst>
              <a:ext uri="{FF2B5EF4-FFF2-40B4-BE49-F238E27FC236}">
                <a16:creationId xmlns:a16="http://schemas.microsoft.com/office/drawing/2014/main" id="{5F069F53-81BE-FBD3-7311-E5FCBA02664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1547267" name="灯片编号占位符 3">
            <a:extLst>
              <a:ext uri="{FF2B5EF4-FFF2-40B4-BE49-F238E27FC236}">
                <a16:creationId xmlns:a16="http://schemas.microsoft.com/office/drawing/2014/main" id="{21B7C8CA-B4EF-E83D-2700-A2150F9EF3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4686574E-CBFA-D24C-8BD8-4125EE2CED48}" type="slidenum"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3144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29" name="幻灯片图像占位符 1">
            <a:extLst>
              <a:ext uri="{FF2B5EF4-FFF2-40B4-BE49-F238E27FC236}">
                <a16:creationId xmlns:a16="http://schemas.microsoft.com/office/drawing/2014/main" id="{D3EA9905-DAF5-5289-8929-329550EEFD39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57730" name="备注占位符 2">
            <a:extLst>
              <a:ext uri="{FF2B5EF4-FFF2-40B4-BE49-F238E27FC236}">
                <a16:creationId xmlns:a16="http://schemas.microsoft.com/office/drawing/2014/main" id="{E1C63DC7-FDA3-0218-E1C7-F1914D87AEF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457731" name="灯片编号占位符 3">
            <a:extLst>
              <a:ext uri="{FF2B5EF4-FFF2-40B4-BE49-F238E27FC236}">
                <a16:creationId xmlns:a16="http://schemas.microsoft.com/office/drawing/2014/main" id="{0157D320-D7EB-844B-950E-D3508A2E0D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F0377938-8553-5142-9E99-08B5F00A6B4F}" type="slidenum">
              <a:rPr lang="zh-CN" altLang="en-US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79599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39961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20073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빈화면">
  <p:cSld name="1_빈화면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标题幻灯片" type="title">
  <p:cSld name="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35"/>
          <p:cNvCxnSpPr/>
          <p:nvPr/>
        </p:nvCxnSpPr>
        <p:spPr>
          <a:xfrm>
            <a:off x="506313" y="4213058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" name="Google Shape;93;p35"/>
          <p:cNvSpPr txBox="1">
            <a:spLocks noGrp="1"/>
          </p:cNvSpPr>
          <p:nvPr>
            <p:ph type="ctrTitle"/>
          </p:nvPr>
        </p:nvSpPr>
        <p:spPr>
          <a:xfrm>
            <a:off x="375058" y="3822063"/>
            <a:ext cx="8326041" cy="9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5"/>
          <p:cNvSpPr txBox="1">
            <a:spLocks noGrp="1"/>
          </p:cNvSpPr>
          <p:nvPr>
            <p:ph type="subTitle" idx="1"/>
          </p:nvPr>
        </p:nvSpPr>
        <p:spPr>
          <a:xfrm>
            <a:off x="375058" y="3060382"/>
            <a:ext cx="8326041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>
                <a:solidFill>
                  <a:srgbClr val="44332A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5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5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5"/>
          <p:cNvSpPr txBox="1">
            <a:spLocks noGrp="1"/>
          </p:cNvSpPr>
          <p:nvPr>
            <p:ph type="sldNum" idx="12"/>
          </p:nvPr>
        </p:nvSpPr>
        <p:spPr>
          <a:xfrm>
            <a:off x="8101024" y="5098238"/>
            <a:ext cx="747093" cy="19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节标题" type="secHead">
  <p:cSld name="SECTION_HEADER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Google Shape;109;p40"/>
          <p:cNvCxnSpPr/>
          <p:nvPr/>
        </p:nvCxnSpPr>
        <p:spPr>
          <a:xfrm>
            <a:off x="506313" y="2712871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" name="Google Shape;110;p40"/>
          <p:cNvSpPr txBox="1">
            <a:spLocks noGrp="1"/>
          </p:cNvSpPr>
          <p:nvPr>
            <p:ph type="body" idx="1"/>
          </p:nvPr>
        </p:nvSpPr>
        <p:spPr>
          <a:xfrm>
            <a:off x="375058" y="1320176"/>
            <a:ext cx="8326041" cy="960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DCD0B0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solidFill>
                  <a:schemeClr val="lt1"/>
                </a:solidFill>
              </a:defRPr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11" name="Google Shape;111;p40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0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40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14" name="Google Shape;114;p40"/>
          <p:cNvSpPr txBox="1">
            <a:spLocks noGrp="1"/>
          </p:cNvSpPr>
          <p:nvPr>
            <p:ph type="title"/>
          </p:nvPr>
        </p:nvSpPr>
        <p:spPr>
          <a:xfrm>
            <a:off x="177666" y="2320830"/>
            <a:ext cx="8551069" cy="93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Libre Franklin Thi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两栏内容" type="twoObj">
  <p:cSld name="TWO_OBJECTS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1"/>
          <p:cNvSpPr txBox="1">
            <a:spLocks noGrp="1"/>
          </p:cNvSpPr>
          <p:nvPr>
            <p:ph type="title"/>
          </p:nvPr>
        </p:nvSpPr>
        <p:spPr>
          <a:xfrm>
            <a:off x="297047" y="360047"/>
            <a:ext cx="8551069" cy="66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1"/>
          <p:cNvSpPr txBox="1">
            <a:spLocks noGrp="1"/>
          </p:cNvSpPr>
          <p:nvPr>
            <p:ph type="body" idx="1"/>
          </p:nvPr>
        </p:nvSpPr>
        <p:spPr>
          <a:xfrm>
            <a:off x="300037" y="1260158"/>
            <a:ext cx="4125516" cy="3720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🞭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🞤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🞫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18" name="Google Shape;118;p41"/>
          <p:cNvSpPr txBox="1">
            <a:spLocks noGrp="1"/>
          </p:cNvSpPr>
          <p:nvPr>
            <p:ph type="body" idx="2"/>
          </p:nvPr>
        </p:nvSpPr>
        <p:spPr>
          <a:xfrm>
            <a:off x="4575572" y="1260158"/>
            <a:ext cx="4275534" cy="3720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🞭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🞤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🞫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19" name="Google Shape;119;p41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1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41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比较" type="twoTxTwoObj">
  <p:cSld name="TWO_OBJECTS_WITH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2"/>
          <p:cNvSpPr txBox="1">
            <a:spLocks noGrp="1"/>
          </p:cNvSpPr>
          <p:nvPr>
            <p:ph type="title"/>
          </p:nvPr>
        </p:nvSpPr>
        <p:spPr>
          <a:xfrm>
            <a:off x="300049" y="4260533"/>
            <a:ext cx="8476059" cy="69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Libre Franklin Thi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2"/>
          <p:cNvSpPr txBox="1">
            <a:spLocks noGrp="1"/>
          </p:cNvSpPr>
          <p:nvPr>
            <p:ph type="body" idx="1"/>
          </p:nvPr>
        </p:nvSpPr>
        <p:spPr>
          <a:xfrm>
            <a:off x="277046" y="525076"/>
            <a:ext cx="4223516" cy="50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0" cap="none">
                <a:solidFill>
                  <a:srgbClr val="AF7621"/>
                </a:solidFill>
                <a:latin typeface="Libre Franklin Thin"/>
                <a:ea typeface="Libre Franklin Thin"/>
                <a:cs typeface="Libre Franklin Thin"/>
                <a:sym typeface="Libre Franklin Thin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 b="1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25" name="Google Shape;125;p42"/>
          <p:cNvSpPr txBox="1">
            <a:spLocks noGrp="1"/>
          </p:cNvSpPr>
          <p:nvPr>
            <p:ph type="body" idx="2"/>
          </p:nvPr>
        </p:nvSpPr>
        <p:spPr>
          <a:xfrm>
            <a:off x="4572461" y="525076"/>
            <a:ext cx="4225175" cy="50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0" cap="none">
                <a:solidFill>
                  <a:srgbClr val="AF7621"/>
                </a:solidFill>
                <a:latin typeface="Libre Franklin Thin"/>
                <a:ea typeface="Libre Franklin Thin"/>
                <a:cs typeface="Libre Franklin Thin"/>
                <a:sym typeface="Libre Franklin Thin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 b="1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26" name="Google Shape;126;p42"/>
          <p:cNvSpPr txBox="1">
            <a:spLocks noGrp="1"/>
          </p:cNvSpPr>
          <p:nvPr>
            <p:ph type="body" idx="3"/>
          </p:nvPr>
        </p:nvSpPr>
        <p:spPr>
          <a:xfrm>
            <a:off x="277046" y="1036382"/>
            <a:ext cx="4223516" cy="3104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🞭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🞤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🞲"/>
              <a:defRPr sz="1600"/>
            </a:lvl4pPr>
            <a:lvl5pPr marL="2286000" lvl="4" indent="-289560" algn="l">
              <a:spcBef>
                <a:spcPts val="320"/>
              </a:spcBef>
              <a:spcAft>
                <a:spcPts val="0"/>
              </a:spcAft>
              <a:buSzPts val="960"/>
              <a:buChar char="🞩"/>
              <a:defRPr sz="16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27" name="Google Shape;127;p42"/>
          <p:cNvSpPr txBox="1">
            <a:spLocks noGrp="1"/>
          </p:cNvSpPr>
          <p:nvPr>
            <p:ph type="body" idx="4"/>
          </p:nvPr>
        </p:nvSpPr>
        <p:spPr>
          <a:xfrm>
            <a:off x="4576093" y="1036382"/>
            <a:ext cx="4221528" cy="3104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🞭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🞤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🞲"/>
              <a:defRPr sz="1600"/>
            </a:lvl4pPr>
            <a:lvl5pPr marL="2286000" lvl="4" indent="-289560" algn="l">
              <a:spcBef>
                <a:spcPts val="320"/>
              </a:spcBef>
              <a:spcAft>
                <a:spcPts val="0"/>
              </a:spcAft>
              <a:buSzPts val="960"/>
              <a:buChar char="🞩"/>
              <a:defRPr sz="16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28" name="Google Shape;128;p42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2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2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31" name="Google Shape;131;p42"/>
          <p:cNvCxnSpPr/>
          <p:nvPr/>
        </p:nvCxnSpPr>
        <p:spPr>
          <a:xfrm>
            <a:off x="506313" y="4740603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仅标题" type="titleOnly">
  <p:cSld name="TITLE_ONLY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3"/>
          <p:cNvSpPr txBox="1">
            <a:spLocks noGrp="1"/>
          </p:cNvSpPr>
          <p:nvPr>
            <p:ph type="title"/>
          </p:nvPr>
        </p:nvSpPr>
        <p:spPr>
          <a:xfrm>
            <a:off x="297047" y="360047"/>
            <a:ext cx="8551069" cy="66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43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3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3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内容与标题" type="objTx">
  <p:cSld name="OBJECT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44"/>
          <p:cNvCxnSpPr/>
          <p:nvPr/>
        </p:nvCxnSpPr>
        <p:spPr>
          <a:xfrm>
            <a:off x="506313" y="4606190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p44"/>
          <p:cNvSpPr txBox="1">
            <a:spLocks noGrp="1"/>
          </p:cNvSpPr>
          <p:nvPr>
            <p:ph type="title"/>
          </p:nvPr>
        </p:nvSpPr>
        <p:spPr>
          <a:xfrm>
            <a:off x="450057" y="4320540"/>
            <a:ext cx="8326041" cy="41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Thin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4"/>
          <p:cNvSpPr txBox="1">
            <a:spLocks noGrp="1"/>
          </p:cNvSpPr>
          <p:nvPr>
            <p:ph type="body" idx="1"/>
          </p:nvPr>
        </p:nvSpPr>
        <p:spPr>
          <a:xfrm>
            <a:off x="450070" y="480061"/>
            <a:ext cx="2961308" cy="378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41" name="Google Shape;141;p44"/>
          <p:cNvSpPr txBox="1">
            <a:spLocks noGrp="1"/>
          </p:cNvSpPr>
          <p:nvPr>
            <p:ph type="body" idx="2"/>
          </p:nvPr>
        </p:nvSpPr>
        <p:spPr>
          <a:xfrm>
            <a:off x="3519201" y="480061"/>
            <a:ext cx="5256907" cy="378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66395" algn="l">
              <a:spcBef>
                <a:spcPts val="620"/>
              </a:spcBef>
              <a:spcAft>
                <a:spcPts val="0"/>
              </a:spcAft>
              <a:buSzPts val="2170"/>
              <a:buChar char="🞭"/>
              <a:defRPr sz="3100"/>
            </a:lvl1pPr>
            <a:lvl2pPr marL="914400" lvl="1" indent="-353060" algn="l">
              <a:spcBef>
                <a:spcPts val="560"/>
              </a:spcBef>
              <a:spcAft>
                <a:spcPts val="0"/>
              </a:spcAft>
              <a:buSzPts val="1960"/>
              <a:buChar char="🞤"/>
              <a:defRPr sz="2800"/>
            </a:lvl2pPr>
            <a:lvl3pPr marL="1371600" lvl="2" indent="-335280" algn="l">
              <a:spcBef>
                <a:spcPts val="480"/>
              </a:spcBef>
              <a:spcAft>
                <a:spcPts val="0"/>
              </a:spcAft>
              <a:buSzPts val="1680"/>
              <a:buChar char="🞫"/>
              <a:defRPr sz="2400"/>
            </a:lvl3pPr>
            <a:lvl4pPr marL="1828800" lvl="3" indent="-317500" algn="l">
              <a:spcBef>
                <a:spcPts val="400"/>
              </a:spcBef>
              <a:spcAft>
                <a:spcPts val="0"/>
              </a:spcAft>
              <a:buSzPts val="1400"/>
              <a:buChar char="🞲"/>
              <a:defRPr sz="2000"/>
            </a:lvl4pPr>
            <a:lvl5pPr marL="2286000" lvl="4" indent="-304800" algn="l">
              <a:spcBef>
                <a:spcPts val="400"/>
              </a:spcBef>
              <a:spcAft>
                <a:spcPts val="0"/>
              </a:spcAft>
              <a:buSzPts val="1200"/>
              <a:buChar char="🞩"/>
              <a:defRPr sz="20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42" name="Google Shape;142;p44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4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4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图片与标题" type="picTx">
  <p:cSld name="PICTURE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5"/>
          <p:cNvSpPr>
            <a:spLocks noGrp="1"/>
          </p:cNvSpPr>
          <p:nvPr>
            <p:ph type="pic" idx="2"/>
          </p:nvPr>
        </p:nvSpPr>
        <p:spPr>
          <a:xfrm>
            <a:off x="3450431" y="485601"/>
            <a:ext cx="4950619" cy="288036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reflection stA="49000" endA="500" endPos="10000" dist="900" dir="5400000" sy="-90000" algn="bl" rotWithShape="0"/>
          </a:effectLst>
        </p:spPr>
        <p:txBody>
          <a:bodyPr spcFirstLastPara="1" wrap="square" lIns="89825" tIns="44900" rIns="89825" bIns="44900" anchor="t" anchorCtr="0">
            <a:normAutofit/>
          </a:bodyPr>
          <a:lstStyle>
            <a:lvl1pPr marR="0" lvl="0" algn="l" rtl="0">
              <a:spcBef>
                <a:spcPts val="620"/>
              </a:spcBef>
              <a:spcAft>
                <a:spcPts val="0"/>
              </a:spcAft>
              <a:buClr>
                <a:schemeClr val="accent1"/>
              </a:buClr>
              <a:buSzPts val="2170"/>
              <a:buFont typeface="Noto Sans Symbols"/>
              <a:buNone/>
              <a:defRPr sz="31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sz="2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sz="2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sz="2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7" name="Google Shape;147;p45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5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45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50" name="Google Shape;150;p45"/>
          <p:cNvSpPr txBox="1">
            <a:spLocks noGrp="1"/>
          </p:cNvSpPr>
          <p:nvPr>
            <p:ph type="title"/>
          </p:nvPr>
        </p:nvSpPr>
        <p:spPr>
          <a:xfrm>
            <a:off x="375047" y="3932587"/>
            <a:ext cx="5775722" cy="41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Thin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5"/>
          <p:cNvSpPr txBox="1">
            <a:spLocks noGrp="1"/>
          </p:cNvSpPr>
          <p:nvPr>
            <p:ph type="body" idx="1"/>
          </p:nvPr>
        </p:nvSpPr>
        <p:spPr>
          <a:xfrm>
            <a:off x="375047" y="4357420"/>
            <a:ext cx="5775722" cy="605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800" tIns="0" rIns="89825" bIns="449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81940" algn="l">
              <a:spcBef>
                <a:spcPts val="240"/>
              </a:spcBef>
              <a:spcAft>
                <a:spcPts val="0"/>
              </a:spcAft>
              <a:buSzPts val="840"/>
              <a:buChar char="🞤"/>
              <a:defRPr sz="1200"/>
            </a:lvl2pPr>
            <a:lvl3pPr marL="1371600" lvl="2" indent="-273050" algn="l">
              <a:spcBef>
                <a:spcPts val="200"/>
              </a:spcBef>
              <a:spcAft>
                <a:spcPts val="0"/>
              </a:spcAft>
              <a:buSzPts val="700"/>
              <a:buChar char="🞫"/>
              <a:defRPr sz="1000"/>
            </a:lvl3pPr>
            <a:lvl4pPr marL="1828800" lvl="3" indent="-268605" algn="l">
              <a:spcBef>
                <a:spcPts val="180"/>
              </a:spcBef>
              <a:spcAft>
                <a:spcPts val="0"/>
              </a:spcAft>
              <a:buSzPts val="630"/>
              <a:buChar char="🞲"/>
              <a:defRPr sz="900"/>
            </a:lvl4pPr>
            <a:lvl5pPr marL="2286000" lvl="4" indent="-262889" algn="l">
              <a:spcBef>
                <a:spcPts val="180"/>
              </a:spcBef>
              <a:spcAft>
                <a:spcPts val="0"/>
              </a:spcAft>
              <a:buSzPts val="540"/>
              <a:buChar char="🞩"/>
              <a:defRPr sz="9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标题和竖排文字" type="vertTx">
  <p:cSld name="VERTICAL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6"/>
          <p:cNvSpPr txBox="1">
            <a:spLocks noGrp="1"/>
          </p:cNvSpPr>
          <p:nvPr>
            <p:ph type="title"/>
          </p:nvPr>
        </p:nvSpPr>
        <p:spPr>
          <a:xfrm>
            <a:off x="300037" y="360045"/>
            <a:ext cx="8551069" cy="66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46"/>
          <p:cNvSpPr txBox="1">
            <a:spLocks noGrp="1"/>
          </p:cNvSpPr>
          <p:nvPr>
            <p:ph type="body" idx="1"/>
          </p:nvPr>
        </p:nvSpPr>
        <p:spPr>
          <a:xfrm rot="5400000">
            <a:off x="2793474" y="-1269533"/>
            <a:ext cx="3564195" cy="8551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🞭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🞤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55" name="Google Shape;155;p46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6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46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垂直排列标题与文本" type="vertTitleAndTx">
  <p:cSld name="VERTICAL_TITLE_AND_VERTICAL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7"/>
          <p:cNvSpPr txBox="1">
            <a:spLocks noGrp="1"/>
          </p:cNvSpPr>
          <p:nvPr>
            <p:ph type="title"/>
          </p:nvPr>
        </p:nvSpPr>
        <p:spPr>
          <a:xfrm rot="5400000">
            <a:off x="5346929" y="1836485"/>
            <a:ext cx="4608077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7"/>
          <p:cNvSpPr txBox="1">
            <a:spLocks noGrp="1"/>
          </p:cNvSpPr>
          <p:nvPr>
            <p:ph type="body" idx="1"/>
          </p:nvPr>
        </p:nvSpPr>
        <p:spPr>
          <a:xfrm rot="5400000">
            <a:off x="1221403" y="-338787"/>
            <a:ext cx="4608077" cy="6150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🞭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🞤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61" name="Google Shape;161;p47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7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47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빈화면">
  <p:cSld name="2_빈화면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610" name="Rectangle 2">
            <a:extLst>
              <a:ext uri="{FF2B5EF4-FFF2-40B4-BE49-F238E27FC236}">
                <a16:creationId xmlns:a16="http://schemas.microsoft.com/office/drawing/2014/main" id="{D00C5B60-CEFD-1342-99D9-B049DCFFF64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900487" y="840105"/>
            <a:ext cx="4575572" cy="15601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64611" name="Rectangle 3">
            <a:extLst>
              <a:ext uri="{FF2B5EF4-FFF2-40B4-BE49-F238E27FC236}">
                <a16:creationId xmlns:a16="http://schemas.microsoft.com/office/drawing/2014/main" id="{0116CA09-4C53-6A44-9238-DE477A812C86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3900487" y="2880360"/>
            <a:ext cx="4500563" cy="132016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964612" name="Rectangle 4">
            <a:extLst>
              <a:ext uri="{FF2B5EF4-FFF2-40B4-BE49-F238E27FC236}">
                <a16:creationId xmlns:a16="http://schemas.microsoft.com/office/drawing/2014/main" id="{0402540A-CEB8-3541-8920-8F969658AB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296912" y="4785598"/>
            <a:ext cx="2253407" cy="375047"/>
          </a:xfrm>
        </p:spPr>
        <p:txBody>
          <a:bodyPr/>
          <a:lstStyle>
            <a:lvl1pPr>
              <a:defRPr/>
            </a:lvl1pPr>
          </a:lstStyle>
          <a:p>
            <a:fld id="{BB6A3C5F-F1B6-DF46-BE49-FDED399700E0}" type="datetimeFigureOut">
              <a:rPr lang="zh-CN" altLang="en-US"/>
              <a:pPr/>
              <a:t>2022/6/26</a:t>
            </a:fld>
            <a:endParaRPr lang="en-US" altLang="zh-CN"/>
          </a:p>
        </p:txBody>
      </p:sp>
      <p:sp>
        <p:nvSpPr>
          <p:cNvPr id="964613" name="Rectangle 5">
            <a:extLst>
              <a:ext uri="{FF2B5EF4-FFF2-40B4-BE49-F238E27FC236}">
                <a16:creationId xmlns:a16="http://schemas.microsoft.com/office/drawing/2014/main" id="{98D71828-8E3C-7041-995F-C7145F388DD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075385" y="4785598"/>
            <a:ext cx="2850356" cy="375047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64614" name="Rectangle 6">
            <a:extLst>
              <a:ext uri="{FF2B5EF4-FFF2-40B4-BE49-F238E27FC236}">
                <a16:creationId xmlns:a16="http://schemas.microsoft.com/office/drawing/2014/main" id="{EE06C9B8-479B-7A4F-AFA6-B1E420B449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0807" y="4785598"/>
            <a:ext cx="2253407" cy="375047"/>
          </a:xfrm>
        </p:spPr>
        <p:txBody>
          <a:bodyPr/>
          <a:lstStyle>
            <a:lvl1pPr>
              <a:defRPr/>
            </a:lvl1pPr>
          </a:lstStyle>
          <a:p>
            <a:fld id="{737B5EE0-6E23-DB41-B465-536352130C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8905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B5D01E-7972-C64F-973C-899F95426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9F23F9-2069-9147-9C03-E001B575F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C1DD62-1766-5C42-8FAF-10D5DE7A6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662919-9AF0-0747-A320-5CBFC5CDA1FD}" type="datetimeFigureOut">
              <a:rPr lang="zh-CN" altLang="en-US"/>
              <a:pPr/>
              <a:t>2022/6/26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D99B39-7F7B-334F-B26D-79E66B027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71163B-E9F5-7B4D-9C4D-0A57618C0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DB07AB-0F82-6949-B36B-82F80CEF40A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605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AA492-6479-9044-AB23-44371224F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140" y="1346419"/>
            <a:ext cx="7763470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28F64D-5262-0E4E-8616-58DBAE58E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140" y="3614203"/>
            <a:ext cx="7763470" cy="1181397"/>
          </a:xfrm>
        </p:spPr>
        <p:txBody>
          <a:bodyPr/>
          <a:lstStyle>
            <a:lvl1pPr marL="0" indent="0">
              <a:buNone/>
              <a:defRPr sz="1890"/>
            </a:lvl1pPr>
            <a:lvl2pPr marL="360045" indent="0">
              <a:buNone/>
              <a:defRPr sz="1575"/>
            </a:lvl2pPr>
            <a:lvl3pPr marL="720090" indent="0">
              <a:buNone/>
              <a:defRPr sz="1418"/>
            </a:lvl3pPr>
            <a:lvl4pPr marL="1080135" indent="0">
              <a:buNone/>
              <a:defRPr sz="1260"/>
            </a:lvl4pPr>
            <a:lvl5pPr marL="1440180" indent="0">
              <a:buNone/>
              <a:defRPr sz="1260"/>
            </a:lvl5pPr>
            <a:lvl6pPr marL="1800225" indent="0">
              <a:buNone/>
              <a:defRPr sz="1260"/>
            </a:lvl6pPr>
            <a:lvl7pPr marL="2160270" indent="0">
              <a:buNone/>
              <a:defRPr sz="1260"/>
            </a:lvl7pPr>
            <a:lvl8pPr marL="2520315" indent="0">
              <a:buNone/>
              <a:defRPr sz="1260"/>
            </a:lvl8pPr>
            <a:lvl9pPr marL="2880360" indent="0">
              <a:buNone/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C15EB2-DFD2-0E44-82C3-292FDF61D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B28FD31-C6CD-364F-A21C-F1ADF9495AE1}" type="datetimeFigureOut">
              <a:rPr lang="zh-CN" altLang="en-US"/>
              <a:pPr/>
              <a:t>2022/6/26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32F6D1-1D85-7344-A211-8DF25CE58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052C96-9218-574B-BBAB-5CCEC9F92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0363A1-84E5-EE4D-9A7E-E094EBADC92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4806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172F1-D051-0447-ADFD-139185ADE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0062FB-A29F-5C4A-8ED1-F79B626BA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60195"/>
            <a:ext cx="4128641" cy="30603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D39533-FBEC-584D-B8F5-084ED8950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8698" y="1560195"/>
            <a:ext cx="4128641" cy="30603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47C739-F306-7D4B-86F4-9F255915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343E628-2381-FA46-AFDB-BA1F273597FB}" type="datetimeFigureOut">
              <a:rPr lang="zh-CN" altLang="en-US"/>
              <a:pPr/>
              <a:t>2022/6/26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25564C-8D01-F545-991B-76198A95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E00BF8-2241-954F-BE48-9CFCADDE8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85B92F-2ED0-354E-B2D8-9802181FB44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788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ADBD3D-095C-F343-804F-ACEA218A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91" y="287536"/>
            <a:ext cx="7763470" cy="1043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9BB4A7-8E14-2D45-AF97-0BCFD7A55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0391" y="1323916"/>
            <a:ext cx="3808288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BE21A5-E4F0-8D40-8B3D-178204046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1" y="1972747"/>
            <a:ext cx="3808288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AECF6C-4137-4140-9393-992AED6EC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56820" y="1323916"/>
            <a:ext cx="3827041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6C2AF6-B961-B944-AFD8-95C21165A2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56820" y="1972747"/>
            <a:ext cx="3827041" cy="2901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D350FE-1288-CD4E-9BFB-3F8FCFBB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4F18D2-8672-DE41-B560-FFAABCFC72A5}" type="datetimeFigureOut">
              <a:rPr lang="zh-CN" altLang="en-US"/>
              <a:pPr/>
              <a:t>2022/6/26</a:t>
            </a:fld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414CF2-E516-DE49-B429-8EE908D18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447F37-B451-164E-9548-57AA6CB89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29203-C563-584F-A70D-E6704CE98D3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6047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CE15BD-DC7B-9243-8E91-D03C0BB9E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544E10-49FB-D84C-9646-B732DD8D6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1AD5F9-D9E5-1940-838A-235060C70C82}" type="datetimeFigureOut">
              <a:rPr lang="zh-CN" altLang="en-US"/>
              <a:pPr/>
              <a:t>2022/6/26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D62745-8FEF-8049-93E9-B43281915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CF4587-F4CA-3048-A896-484525AE9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6FA3DF-92D3-D940-8353-992820A828F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3353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79491B-2C1D-0247-8775-B1AB0E8BC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D8ED75C-281E-464D-8E5C-B57F376B3A7E}" type="datetimeFigureOut">
              <a:rPr lang="zh-CN" altLang="en-US"/>
              <a:pPr/>
              <a:t>2022/6/26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1A0F63-97D5-C444-AFBF-A47C3A249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D2F206-CA11-504F-9CC0-D7B62206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0F0FF7-6D1D-EF4E-A7B0-9CB648012F5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9663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B3002D-E10D-E041-805E-B2FCC0CF2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91" y="360045"/>
            <a:ext cx="2903488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B10483-B7C8-9044-8ACE-ED2B6B95C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041" y="777597"/>
            <a:ext cx="455682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60390B-F578-E447-B08E-7F2BEAAD6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0391" y="1620202"/>
            <a:ext cx="2903488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17ED23-CDF1-604D-8192-B20625AD6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7453CD-511C-6C4F-8840-E51D45C6259C}" type="datetimeFigureOut">
              <a:rPr lang="zh-CN" altLang="en-US"/>
              <a:pPr/>
              <a:t>2022/6/26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5C6F03-96CD-7D42-BFEB-0C7AF9702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616487-152C-7340-A9D2-5982F9CD0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25F22D-E623-A543-ACEF-A43E2A7B8B7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21401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C9B139-BC5C-3E4B-B154-F49A2A151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91" y="360045"/>
            <a:ext cx="2903488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1A2619-3D83-7D4D-A1BD-411A5F4CBE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27041" y="777597"/>
            <a:ext cx="4556820" cy="3837980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FEB536-224F-C24C-9E26-E122DB6E3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0391" y="1620202"/>
            <a:ext cx="2903488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BB235A-97EF-D045-ADFA-CA8BB69C6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6913385-42CF-174F-A1C5-03E87F1E8033}" type="datetimeFigureOut">
              <a:rPr lang="zh-CN" altLang="en-US"/>
              <a:pPr/>
              <a:t>2022/6/26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344B76-8868-5F42-A5A8-2A5B3017F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1D9F8C-F683-9C4A-9475-0DCDA5A67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B3D7D6-65DE-794E-A3AE-ECE853EC456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72112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D1220-C416-5446-9589-084E79BFD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30BA26-E5F5-6143-ABC1-3FF275501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E3F15A-DD91-4D47-814D-409DD5DA4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A3772A3-59E0-5841-86D3-0A4E606D7052}" type="datetimeFigureOut">
              <a:rPr lang="zh-CN" altLang="en-US"/>
              <a:pPr/>
              <a:t>2022/6/26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15FD17-5052-8F42-A275-B58848DC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2D8522-0FFA-5B4C-AED2-1A42C705E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7F3F4C-D1F8-8D47-8CFE-A7A44D27275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81099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558E4C2-F737-8148-AD15-B034920C05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05514" y="540068"/>
            <a:ext cx="2101825" cy="408051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097D79-9053-3B4D-9473-649E10879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96912" y="540068"/>
            <a:ext cx="6158583" cy="408051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492F3D-F14D-6346-8360-A4668B54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F97502-AF0D-9043-9E45-27096372113A}" type="datetimeFigureOut">
              <a:rPr lang="zh-CN" altLang="en-US"/>
              <a:pPr/>
              <a:t>2022/6/26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1EC44A-6AC6-D640-B51B-99E12BE6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AE2727-4C24-4347-87C2-7AFDD7630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52197C-AF4C-FA49-8EB2-800427787F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16359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494562" y="2038272"/>
            <a:ext cx="8012003" cy="708094"/>
          </a:xfrm>
        </p:spPr>
        <p:txBody>
          <a:bodyPr rIns="25400" anchor="t">
            <a:noAutofit/>
          </a:bodyPr>
          <a:lstStyle>
            <a:lvl1pPr algn="ctr">
              <a:defRPr sz="3987" b="0" spc="443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noProof="1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94562" y="2808351"/>
            <a:ext cx="8012003" cy="748900"/>
          </a:xfrm>
        </p:spPr>
        <p:txBody>
          <a:bodyPr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772" u="none" strike="noStrike" kern="1200" cap="none" spc="148" normalizeH="0" baseline="0">
                <a:solidFill>
                  <a:schemeClr val="tx1"/>
                </a:solidFill>
                <a:uFillTx/>
              </a:defRPr>
            </a:lvl1pPr>
            <a:lvl2pPr marL="337551" indent="0" algn="ctr">
              <a:buNone/>
              <a:defRPr sz="1477"/>
            </a:lvl2pPr>
            <a:lvl3pPr marL="675102" indent="0" algn="ctr">
              <a:buNone/>
              <a:defRPr sz="1329"/>
            </a:lvl3pPr>
            <a:lvl4pPr marL="1012652" indent="0" algn="ctr">
              <a:buNone/>
              <a:defRPr sz="1181"/>
            </a:lvl4pPr>
            <a:lvl5pPr marL="1350203" indent="0" algn="ctr">
              <a:buNone/>
              <a:defRPr sz="1181"/>
            </a:lvl5pPr>
            <a:lvl6pPr marL="1687754" indent="0" algn="ctr">
              <a:buNone/>
              <a:defRPr sz="1181"/>
            </a:lvl6pPr>
            <a:lvl7pPr marL="2025305" indent="0" algn="ctr">
              <a:buNone/>
              <a:defRPr sz="1181"/>
            </a:lvl7pPr>
            <a:lvl8pPr marL="2362855" indent="0" algn="ctr">
              <a:buNone/>
              <a:defRPr sz="1181"/>
            </a:lvl8pPr>
            <a:lvl9pPr marL="2700406" indent="0" algn="ctr">
              <a:buNone/>
              <a:defRPr sz="1181"/>
            </a:lvl9pPr>
          </a:lstStyle>
          <a:p>
            <a:r>
              <a:rPr lang="zh-CN" altLang="en-US" noProof="1"/>
              <a:t>单击此处编辑副标题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9A194E-0793-F9B9-614B-7EBBE86DF85D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02C864-C19E-D301-365C-5B4DB371707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86EFE5-FC27-3AE8-ECED-9A9228684AA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BC1F1C5-07D0-234F-A4B3-5423336196A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5436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4562" y="1020600"/>
            <a:ext cx="8012003" cy="3970067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58C26E-CA31-2789-1100-D052F14728D8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9EF974-B3A6-5F18-726E-98B3C123C04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B08824-E27C-7D37-A2F0-9833D78ADB5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560B99E-464D-6249-820E-93721F4FC90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5795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97" y="2999375"/>
            <a:ext cx="8012003" cy="492065"/>
          </a:xfrm>
        </p:spPr>
        <p:txBody>
          <a:bodyPr rIns="63500" anchor="t">
            <a:noAutofit/>
          </a:bodyPr>
          <a:lstStyle>
            <a:lvl1pPr>
              <a:defRPr sz="2658" b="0" u="none" strike="noStrike" kern="1200" cap="none" spc="221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4593" y="3552945"/>
            <a:ext cx="8012003" cy="84891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181" b="0" i="0" u="none" strike="noStrike" kern="1200" cap="none" spc="111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3755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2pPr>
            <a:lvl3pPr marL="675102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3pPr>
            <a:lvl4pPr marL="101265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4pPr>
            <a:lvl5pPr marL="1350203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5pPr>
            <a:lvl6pPr marL="1687754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6pPr>
            <a:lvl7pPr marL="202530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7pPr>
            <a:lvl8pPr marL="236285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8pPr>
            <a:lvl9pPr marL="2700406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D85AC6-1778-3CF8-DC97-28F416790D28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FF3D1-DE14-B070-1201-F9090BA7F3D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211916-C051-E761-FF7C-219E630D363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3E3DC11-973D-D54C-AC3B-C1960B0C8CD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0653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4597" y="1020600"/>
            <a:ext cx="3900519" cy="3969000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046" y="1020600"/>
            <a:ext cx="3900519" cy="3969000"/>
          </a:xfrm>
        </p:spPr>
        <p:txBody>
          <a:bodyPr>
            <a:noAutofit/>
          </a:bodyPr>
          <a:lstStyle>
            <a:lvl1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027D6F7-3C05-13D0-4803-81C43B50D21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2022/6/26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567D341-5A8D-DEB4-C687-68F1A4E6D32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87A2DFD-5540-725C-3AC7-B443C142D2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63CC5B1-D51F-9745-9518-DE10B1DFD8C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8306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494597" y="1020600"/>
            <a:ext cx="3900519" cy="300040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477" b="1" u="none" strike="noStrike" kern="1200" cap="none" spc="148" normalizeH="0" baseline="0">
                <a:solidFill>
                  <a:schemeClr val="tx1"/>
                </a:solidFill>
                <a:uFillTx/>
              </a:defRPr>
            </a:lvl1pPr>
            <a:lvl2pPr marL="337551" indent="0">
              <a:buNone/>
              <a:defRPr sz="1477" b="1"/>
            </a:lvl2pPr>
            <a:lvl3pPr marL="675102" indent="0">
              <a:buNone/>
              <a:defRPr sz="1329" b="1"/>
            </a:lvl3pPr>
            <a:lvl4pPr marL="1012652" indent="0">
              <a:buNone/>
              <a:defRPr sz="1181" b="1"/>
            </a:lvl4pPr>
            <a:lvl5pPr marL="1350203" indent="0">
              <a:buNone/>
              <a:defRPr sz="1181" b="1"/>
            </a:lvl5pPr>
            <a:lvl6pPr marL="1687754" indent="0">
              <a:buNone/>
              <a:defRPr sz="1181" b="1"/>
            </a:lvl6pPr>
            <a:lvl7pPr marL="2025305" indent="0">
              <a:buNone/>
              <a:defRPr sz="1181" b="1"/>
            </a:lvl7pPr>
            <a:lvl8pPr marL="2362855" indent="0">
              <a:buNone/>
              <a:defRPr sz="1181" b="1"/>
            </a:lvl8pPr>
            <a:lvl9pPr marL="2700406" indent="0">
              <a:buNone/>
              <a:defRPr sz="1181" b="1"/>
            </a:lvl9pPr>
          </a:lstStyle>
          <a:p>
            <a:pPr lvl="0"/>
            <a:r>
              <a:rPr lang="zh-CN" altLang="en-US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4593" y="1408872"/>
            <a:ext cx="3900488" cy="3584884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03737" y="1020600"/>
            <a:ext cx="3900519" cy="300040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6751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47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37551" indent="0">
              <a:buNone/>
              <a:defRPr sz="1477" b="1"/>
            </a:lvl2pPr>
            <a:lvl3pPr marL="675102" indent="0">
              <a:buNone/>
              <a:defRPr sz="1329" b="1"/>
            </a:lvl3pPr>
            <a:lvl4pPr marL="1012652" indent="0">
              <a:buNone/>
              <a:defRPr sz="1181" b="1"/>
            </a:lvl4pPr>
            <a:lvl5pPr marL="1350203" indent="0">
              <a:buNone/>
              <a:defRPr sz="1181" b="1"/>
            </a:lvl5pPr>
            <a:lvl6pPr marL="1687754" indent="0">
              <a:buNone/>
              <a:defRPr sz="1181" b="1"/>
            </a:lvl6pPr>
            <a:lvl7pPr marL="2025305" indent="0">
              <a:buNone/>
              <a:defRPr sz="1181" b="1"/>
            </a:lvl7pPr>
            <a:lvl8pPr marL="2362855" indent="0">
              <a:buNone/>
              <a:defRPr sz="1181" b="1"/>
            </a:lvl8pPr>
            <a:lvl9pPr marL="2700406" indent="0">
              <a:buNone/>
              <a:defRPr sz="1181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03737" y="1408872"/>
            <a:ext cx="3900519" cy="3584884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BD44D344-2DC1-F7D1-CF77-73FFF7D1E12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2022/6/26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227A9E0-E525-F403-949B-A5DAF11A13B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95F37295-46A5-1DA4-3226-1775E0AFA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5122774-DE5E-A74A-9AE9-F98CF98F4DB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3251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90F8C81-0849-4B6A-2072-9426D3B7541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2022/6/26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ACAFF909-9869-7BB8-C2D5-CED4974D1C7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F2BE1C99-47DA-3373-3C25-7CBCC72B6D2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06CF8BE-ED41-1B49-816C-26554F31C31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250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13535D9D-C7C2-FB54-C2ED-266416347AB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2022/6/26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6775DBF0-8ADA-CF45-E0A0-BD67A7AA267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48E7DE9-DB39-57D4-11AE-9D21ED2FCC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2B7DDF9-9A34-484B-B1FC-10C881A3121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903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94597" y="1020600"/>
            <a:ext cx="3900519" cy="3969000"/>
          </a:xfrm>
        </p:spPr>
        <p:txBody>
          <a:bodyPr rtlCol="0">
            <a:noAutofit/>
          </a:bodyPr>
          <a:lstStyle>
            <a:lvl1pPr marL="0" marR="0" lvl="0" indent="0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None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06081" y="1020600"/>
            <a:ext cx="3900519" cy="3969000"/>
          </a:xfrm>
        </p:spPr>
        <p:txBody>
          <a:bodyPr rtlCol="0">
            <a:norm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B568456-BDC4-51A7-BAF2-BD615BFE0A1D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2022/6/26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BECC20-877C-C72E-0641-5327F5E1E86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211AB87-6CF8-1E94-D9D5-C3AC5965F60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1EEB4EF-972E-A644-B18E-8E05F6E9D14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6575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804471" y="750101"/>
            <a:ext cx="702094" cy="4243764"/>
          </a:xfrm>
        </p:spPr>
        <p:txBody>
          <a:bodyPr vert="eaVert"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772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4593" y="750094"/>
            <a:ext cx="7255903" cy="4243764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714515-210A-3CF7-3D57-23CCD430BE88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61DCF2-505E-242F-DA70-782DBF318E5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1CA1D8-C391-5A75-8E7F-993CC0F4DCA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9575D67-F71F-004A-AD7C-0F95433FF6B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581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494597" y="750100"/>
            <a:ext cx="8012003" cy="3969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76237344-3A7C-58BC-EEC1-C4C18B62C0AD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2022/6/26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C1D95D59-7A3C-957D-F31B-C5FCCCF4C794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1D2B27C7-0169-4F4E-A494-794ADE1DA783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BA670D3-50D4-6F40-8509-4CA7ACF94E0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8411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94562" y="2038272"/>
            <a:ext cx="8012003" cy="708094"/>
          </a:xfrm>
        </p:spPr>
        <p:txBody>
          <a:bodyPr rIns="25400" rtlCol="0" anchor="t">
            <a:noAutofit/>
          </a:bodyPr>
          <a:lstStyle>
            <a:lvl1pPr marL="0" marR="0" algn="ctr" defTabSz="675102" rtl="0" eaLnBrk="1" fontAlgn="auto" latinLnBrk="0" hangingPunct="1">
              <a:lnSpc>
                <a:spcPct val="100000"/>
              </a:lnSpc>
              <a:buNone/>
              <a:defRPr kumimoji="0" lang="zh-CN" altLang="en-US" sz="3987" b="0" i="0" u="none" strike="noStrike" kern="1200" cap="none" spc="443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单击此处编辑标题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B123895E-F675-028B-547A-57807D377C0A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AFC5B0-BAD0-C842-B59D-56137E5683AA}" type="datetime1">
              <a:rPr lang="zh-CN" altLang="en-US"/>
              <a:pPr/>
              <a:t>2022/6/26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91E52AC8-62DB-1DF6-D020-3EA573BBDC1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8A176A7D-2554-1900-C235-1EFEC99224D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38DFE7B-8BD1-B54D-886D-C61E879649E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103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4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4.jpe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33"/>
          <p:cNvCxnSpPr/>
          <p:nvPr/>
        </p:nvCxnSpPr>
        <p:spPr>
          <a:xfrm>
            <a:off x="506313" y="827592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" name="Google Shape;83;p33"/>
          <p:cNvSpPr txBox="1">
            <a:spLocks noGrp="1"/>
          </p:cNvSpPr>
          <p:nvPr>
            <p:ph type="body" idx="1"/>
          </p:nvPr>
        </p:nvSpPr>
        <p:spPr>
          <a:xfrm>
            <a:off x="300037" y="1223904"/>
            <a:ext cx="8551069" cy="356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marR="0" lvl="0" indent="-366395" algn="l" rtl="0">
              <a:spcBef>
                <a:spcPts val="620"/>
              </a:spcBef>
              <a:spcAft>
                <a:spcPts val="0"/>
              </a:spcAft>
              <a:buClr>
                <a:schemeClr val="accent1"/>
              </a:buClr>
              <a:buSzPts val="2170"/>
              <a:buFont typeface="Noto Sans Symbols"/>
              <a:buChar char="🞭"/>
              <a:defRPr sz="31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5306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sz="2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528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sz="2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sz="2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297179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297179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28956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289559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281940" algn="l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84" name="Google Shape;84;p33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85" name="Google Shape;85;p33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86" name="Google Shape;86;p33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87" name="Google Shape;87;p33"/>
          <p:cNvSpPr txBox="1">
            <a:spLocks noGrp="1"/>
          </p:cNvSpPr>
          <p:nvPr>
            <p:ph type="title"/>
          </p:nvPr>
        </p:nvSpPr>
        <p:spPr>
          <a:xfrm>
            <a:off x="300037" y="360045"/>
            <a:ext cx="8551069" cy="66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Libre Franklin Thin"/>
              <a:buNone/>
              <a:defRPr sz="3500" b="0" i="0" u="none" strike="noStrike" cap="none">
                <a:solidFill>
                  <a:schemeClr val="dk2"/>
                </a:solidFill>
                <a:latin typeface="Libre Franklin Thin"/>
                <a:ea typeface="Libre Franklin Thin"/>
                <a:cs typeface="Libre Franklin Thin"/>
                <a:sym typeface="Libre Franklin Th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88" name="Google Shape;88;p33"/>
          <p:cNvCxnSpPr/>
          <p:nvPr/>
        </p:nvCxnSpPr>
        <p:spPr>
          <a:xfrm>
            <a:off x="506313" y="827592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" name="Google Shape;89;p33"/>
          <p:cNvCxnSpPr/>
          <p:nvPr/>
        </p:nvCxnSpPr>
        <p:spPr>
          <a:xfrm>
            <a:off x="506313" y="833174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586" name="Rectangle 2">
            <a:extLst>
              <a:ext uri="{FF2B5EF4-FFF2-40B4-BE49-F238E27FC236}">
                <a16:creationId xmlns:a16="http://schemas.microsoft.com/office/drawing/2014/main" id="{21490604-3339-4B4B-B954-5F0F897F058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296912" y="540067"/>
            <a:ext cx="8407301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63587" name="Rectangle 3">
            <a:extLst>
              <a:ext uri="{FF2B5EF4-FFF2-40B4-BE49-F238E27FC236}">
                <a16:creationId xmlns:a16="http://schemas.microsoft.com/office/drawing/2014/main" id="{BE392181-98FC-6A4C-82B3-495FEFB1B048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0037" y="1560195"/>
            <a:ext cx="8407301" cy="306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63588" name="Rectangle 4">
            <a:extLst>
              <a:ext uri="{FF2B5EF4-FFF2-40B4-BE49-F238E27FC236}">
                <a16:creationId xmlns:a16="http://schemas.microsoft.com/office/drawing/2014/main" id="{8A705D2E-E2DE-3949-A0CD-1ECE7DD4CF9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96912" y="4740592"/>
            <a:ext cx="2253407" cy="375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3"/>
            </a:lvl1pPr>
          </a:lstStyle>
          <a:p>
            <a:fld id="{1605C9ED-4E12-774B-8D4F-B49FDFB521F7}" type="datetimeFigureOut">
              <a:rPr lang="zh-CN" altLang="en-US"/>
              <a:pPr/>
              <a:t>2022/6/26</a:t>
            </a:fld>
            <a:endParaRPr lang="en-US" altLang="zh-CN"/>
          </a:p>
        </p:txBody>
      </p:sp>
      <p:sp>
        <p:nvSpPr>
          <p:cNvPr id="963589" name="Rectangle 5">
            <a:extLst>
              <a:ext uri="{FF2B5EF4-FFF2-40B4-BE49-F238E27FC236}">
                <a16:creationId xmlns:a16="http://schemas.microsoft.com/office/drawing/2014/main" id="{CB454099-E132-C84A-A20C-B69C5E93155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75385" y="4740592"/>
            <a:ext cx="2850356" cy="375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103"/>
            </a:lvl1pPr>
          </a:lstStyle>
          <a:p>
            <a:endParaRPr lang="en-US" altLang="zh-CN"/>
          </a:p>
        </p:txBody>
      </p:sp>
      <p:sp>
        <p:nvSpPr>
          <p:cNvPr id="963590" name="Rectangle 6">
            <a:extLst>
              <a:ext uri="{FF2B5EF4-FFF2-40B4-BE49-F238E27FC236}">
                <a16:creationId xmlns:a16="http://schemas.microsoft.com/office/drawing/2014/main" id="{CC6F9310-3701-1545-AE1E-2DFB9B0FCE6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0807" y="4740592"/>
            <a:ext cx="2253407" cy="375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103"/>
            </a:lvl1pPr>
          </a:lstStyle>
          <a:p>
            <a:fld id="{7CA3E271-CD25-2B45-BFDC-127027A0D08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497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465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465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465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465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465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60045" algn="ctr" rtl="0" fontAlgn="base">
        <a:spcBef>
          <a:spcPct val="0"/>
        </a:spcBef>
        <a:spcAft>
          <a:spcPct val="0"/>
        </a:spcAft>
        <a:defRPr sz="3465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720090" algn="ctr" rtl="0" fontAlgn="base">
        <a:spcBef>
          <a:spcPct val="0"/>
        </a:spcBef>
        <a:spcAft>
          <a:spcPct val="0"/>
        </a:spcAft>
        <a:defRPr sz="3465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080135" algn="ctr" rtl="0" fontAlgn="base">
        <a:spcBef>
          <a:spcPct val="0"/>
        </a:spcBef>
        <a:spcAft>
          <a:spcPct val="0"/>
        </a:spcAft>
        <a:defRPr sz="3465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440180" algn="ctr" rtl="0" fontAlgn="base">
        <a:spcBef>
          <a:spcPct val="0"/>
        </a:spcBef>
        <a:spcAft>
          <a:spcPct val="0"/>
        </a:spcAft>
        <a:defRPr sz="3465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70034" indent="-270034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v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5073" indent="-225028" algn="l" rtl="0" fontAlgn="base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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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2E4953A-B458-4C58-5A73-89E38A36FBC3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3"/>
            </p:custDataLst>
          </p:nvPr>
        </p:nvSpPr>
        <p:spPr bwMode="auto">
          <a:xfrm>
            <a:off x="494593" y="340042"/>
            <a:ext cx="8011939" cy="51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BF2E1225-5A5E-7D64-01AB-5B97355C7FC4}"/>
              </a:ext>
            </a:extLst>
          </p:cNvPr>
          <p:cNvSpPr>
            <a:spLocks noGrp="1" noChangeArrowheads="1"/>
          </p:cNvSpPr>
          <p:nvPr>
            <p:ph type="body" idx="4294967295"/>
            <p:custDataLst>
              <p:tags r:id="rId14"/>
            </p:custDataLst>
          </p:nvPr>
        </p:nvSpPr>
        <p:spPr bwMode="auto">
          <a:xfrm>
            <a:off x="494593" y="1020128"/>
            <a:ext cx="8011939" cy="3969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8C34C9-136C-4A49-BEB6-709440F51E0D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49300" y="5000626"/>
            <a:ext cx="1993609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fld id="{DEAFC5B0-BAD0-C842-B59D-56137E5683AA}" type="datetime1">
              <a:rPr lang="zh-CN" altLang="en-US"/>
              <a:pPr/>
              <a:t>2022/6/26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5B9DF5-7753-9CD7-86B3-75289CA3B590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39052" y="5000626"/>
            <a:ext cx="2923022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377189-0A28-1847-8CFB-8B9AD160A2A5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357044" y="5000626"/>
            <a:ext cx="1993609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fld id="{0494D9EB-7D5F-544A-8D1A-DEFA680340E0}" type="slidenum">
              <a:rPr lang="zh-CN" altLang="en-US"/>
              <a:pPr/>
              <a:t>‹#›</a:t>
            </a:fld>
            <a:endParaRPr lang="zh-CN" altLang="en-US"/>
          </a:p>
        </p:txBody>
      </p:sp>
      <p:sp>
        <p:nvSpPr>
          <p:cNvPr id="7" name="KSO_TEMPLATE" hidden="1">
            <a:extLst>
              <a:ext uri="{FF2B5EF4-FFF2-40B4-BE49-F238E27FC236}">
                <a16:creationId xmlns:a16="http://schemas.microsoft.com/office/drawing/2014/main" id="{24D76E4C-EE3C-2722-070E-F31B273FC468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034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656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7" r:id="rId1"/>
    <p:sldLayoutId id="2147484228" r:id="rId2"/>
    <p:sldLayoutId id="2147484229" r:id="rId3"/>
    <p:sldLayoutId id="2147484230" r:id="rId4"/>
    <p:sldLayoutId id="2147484231" r:id="rId5"/>
    <p:sldLayoutId id="2147484232" r:id="rId6"/>
    <p:sldLayoutId id="2147484233" r:id="rId7"/>
    <p:sldLayoutId id="2147484234" r:id="rId8"/>
    <p:sldLayoutId id="2147484235" r:id="rId9"/>
    <p:sldLayoutId id="2147484236" r:id="rId10"/>
    <p:sldLayoutId id="2147484237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2067" b="1" kern="1200" spc="148">
          <a:solidFill>
            <a:schemeClr val="tx1"/>
          </a:solidFill>
          <a:latin typeface="+mj-lt"/>
          <a:ea typeface="+mj-ea"/>
          <a:cs typeface="微软雅黑" panose="020B0503020204020204" pitchFamily="34" charset="-122"/>
        </a:defRPr>
      </a:lvl1pPr>
      <a:lvl2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337551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6pPr>
      <a:lvl7pPr marL="675102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7pPr>
      <a:lvl8pPr marL="1012652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8pPr>
      <a:lvl9pPr marL="1350203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9pPr>
    </p:titleStyle>
    <p:bodyStyle>
      <a:lvl1pPr marL="168775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1pPr>
      <a:lvl2pPr marL="506326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2pPr>
      <a:lvl3pPr marL="843877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3pPr>
      <a:lvl4pPr marL="1181428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4pPr>
      <a:lvl5pPr marL="1518978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5pPr>
      <a:lvl6pPr marL="1856529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194080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531631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869181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1pPr>
      <a:lvl2pPr marL="337551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2pPr>
      <a:lvl3pPr marL="675102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12652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350203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687754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025305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362855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700406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4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4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" y="2"/>
            <a:ext cx="9001125" cy="54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6"/>
          <p:cNvSpPr/>
          <p:nvPr/>
        </p:nvSpPr>
        <p:spPr>
          <a:xfrm>
            <a:off x="10" y="2"/>
            <a:ext cx="9001125" cy="5400675"/>
          </a:xfrm>
          <a:prstGeom prst="roundRect">
            <a:avLst>
              <a:gd name="adj" fmla="val 0"/>
            </a:avLst>
          </a:prstGeom>
          <a:solidFill>
            <a:schemeClr val="dk1">
              <a:alpha val="64705"/>
            </a:schemeClr>
          </a:solidFill>
          <a:ln>
            <a:noFill/>
          </a:ln>
        </p:spPr>
        <p:txBody>
          <a:bodyPr spcFirstLastPara="1" wrap="square" lIns="69125" tIns="34550" rIns="69125" bIns="34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280" name="Google Shape;280;p6"/>
          <p:cNvGrpSpPr/>
          <p:nvPr/>
        </p:nvGrpSpPr>
        <p:grpSpPr>
          <a:xfrm>
            <a:off x="1219537" y="1116161"/>
            <a:ext cx="5507593" cy="3481503"/>
            <a:chOff x="2632363" y="1837538"/>
            <a:chExt cx="3879273" cy="3182922"/>
          </a:xfrm>
        </p:grpSpPr>
        <p:sp>
          <p:nvSpPr>
            <p:cNvPr id="281" name="Google Shape;281;p6"/>
            <p:cNvSpPr/>
            <p:nvPr/>
          </p:nvSpPr>
          <p:spPr>
            <a:xfrm>
              <a:off x="2632363" y="1837538"/>
              <a:ext cx="3879273" cy="3182922"/>
            </a:xfrm>
            <a:prstGeom prst="wedgeRoundRectCallout">
              <a:avLst>
                <a:gd name="adj1" fmla="val -36109"/>
                <a:gd name="adj2" fmla="val 64439"/>
                <a:gd name="adj3" fmla="val 16667"/>
              </a:avLst>
            </a:prstGeom>
            <a:solidFill>
              <a:schemeClr val="dk1">
                <a:alpha val="29803"/>
              </a:schemeClr>
            </a:solidFill>
            <a:ln w="38100" cap="flat" cmpd="sng">
              <a:solidFill>
                <a:schemeClr val="lt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82" name="Google Shape;282;p6"/>
            <p:cNvSpPr txBox="1"/>
            <p:nvPr/>
          </p:nvSpPr>
          <p:spPr>
            <a:xfrm>
              <a:off x="2772712" y="2108669"/>
              <a:ext cx="3598588" cy="24198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 i="0" u="none" strike="noStrike" cap="none" dirty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各位亲爱的弟兄姊妹</a:t>
              </a:r>
              <a:endParaRPr sz="3200" b="1" i="0" u="none" strike="noStrike" cap="none" dirty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 i="0" u="none" strike="noStrike" cap="none" dirty="0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主内平安！</a:t>
              </a:r>
              <a:endParaRPr sz="3200" b="0" i="0" u="none" strike="noStrike" cap="none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 i="0" u="none" strike="noStrike" cap="none" dirty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欢迎第一次来这里的朋友们</a:t>
              </a:r>
              <a:endParaRPr sz="3200" b="1" i="0" u="none" strike="noStrike" cap="none" dirty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 i="0" u="none" strike="noStrike" cap="none" dirty="0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耶稣爱你！</a:t>
              </a:r>
              <a:endParaRPr sz="1000" b="0" i="0" u="none" strike="noStrike" cap="none" dirty="0">
                <a:solidFill>
                  <a:srgbClr val="FFFF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"/>
          <p:cNvSpPr txBox="1"/>
          <p:nvPr/>
        </p:nvSpPr>
        <p:spPr>
          <a:xfrm>
            <a:off x="1908277" y="1836243"/>
            <a:ext cx="5472608" cy="110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使 徒 信 经</a:t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1476226" y="1692225"/>
            <a:ext cx="5112568" cy="144016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"/>
          <p:cNvSpPr txBox="1"/>
          <p:nvPr/>
        </p:nvSpPr>
        <p:spPr>
          <a:xfrm>
            <a:off x="10" y="654357"/>
            <a:ext cx="9001125" cy="378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我信上帝全能的父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创造天地的主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我信我主耶稣基督</a:t>
            </a:r>
            <a:endParaRPr lang="zh-CN" altLang="en-US"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上帝独生的子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"/>
          <p:cNvSpPr txBox="1"/>
          <p:nvPr/>
        </p:nvSpPr>
        <p:spPr>
          <a:xfrm>
            <a:off x="-71433" y="671449"/>
            <a:ext cx="9143990" cy="286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因圣灵感孕</a:t>
            </a:r>
            <a:endParaRPr kumimoji="0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由童贞女马利亚所生</a:t>
            </a:r>
            <a:endParaRPr kumimoji="0" sz="6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在本丢彼拉多手下受难</a:t>
            </a:r>
            <a:endParaRPr kumimoji="0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8670074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"/>
          <p:cNvSpPr txBox="1"/>
          <p:nvPr/>
        </p:nvSpPr>
        <p:spPr>
          <a:xfrm>
            <a:off x="-1" y="870381"/>
            <a:ext cx="9001125" cy="286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被钉于十字架，受死，埋葬</a:t>
            </a:r>
            <a:r>
              <a:rPr lang="en-US" alt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CN" sz="6000" b="1" dirty="0">
                <a:solidFill>
                  <a:schemeClr val="dk1"/>
                </a:solidFill>
              </a:rPr>
              <a:t> </a:t>
            </a: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降在阴间</a:t>
            </a:r>
            <a:endParaRPr sz="60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第三天从死人中复活升天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"/>
          <p:cNvSpPr txBox="1"/>
          <p:nvPr/>
        </p:nvSpPr>
        <p:spPr>
          <a:xfrm>
            <a:off x="-68367" y="870381"/>
            <a:ext cx="9137857" cy="286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坐在全能父上帝的右边</a:t>
            </a:r>
            <a:endParaRPr kumimoji="0" sz="6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将来必从那里降临</a:t>
            </a:r>
            <a:endParaRPr kumimoji="0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审判活人死人</a:t>
            </a:r>
            <a:endParaRPr kumimoji="0" sz="6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906376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"/>
          <p:cNvSpPr txBox="1"/>
          <p:nvPr/>
        </p:nvSpPr>
        <p:spPr>
          <a:xfrm>
            <a:off x="-1" y="860509"/>
            <a:ext cx="9001125" cy="286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我信圣灵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我信圣而公之教会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我信圣徒相通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"/>
          <p:cNvSpPr txBox="1"/>
          <p:nvPr/>
        </p:nvSpPr>
        <p:spPr>
          <a:xfrm>
            <a:off x="-1" y="860509"/>
            <a:ext cx="9001125" cy="286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我信罪得赦免</a:t>
            </a:r>
            <a:endParaRPr kumimoji="0" sz="6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我信身体复活</a:t>
            </a:r>
            <a:endParaRPr kumimoji="0" sz="6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我信永生。阿们。</a:t>
            </a:r>
            <a:endParaRPr kumimoji="0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3173410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" y="2"/>
            <a:ext cx="9001125" cy="54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7"/>
          <p:cNvSpPr/>
          <p:nvPr/>
        </p:nvSpPr>
        <p:spPr>
          <a:xfrm>
            <a:off x="10" y="0"/>
            <a:ext cx="9001125" cy="5400676"/>
          </a:xfrm>
          <a:prstGeom prst="roundRect">
            <a:avLst>
              <a:gd name="adj" fmla="val 0"/>
            </a:avLst>
          </a:prstGeom>
          <a:solidFill>
            <a:schemeClr val="dk1">
              <a:alpha val="44705"/>
            </a:schemeClr>
          </a:solidFill>
          <a:ln>
            <a:noFill/>
          </a:ln>
        </p:spPr>
        <p:txBody>
          <a:bodyPr spcFirstLastPara="1" wrap="square" lIns="69125" tIns="34550" rIns="69125" bIns="34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289" name="Google Shape;289;p7"/>
          <p:cNvGrpSpPr/>
          <p:nvPr/>
        </p:nvGrpSpPr>
        <p:grpSpPr>
          <a:xfrm>
            <a:off x="1590067" y="1485566"/>
            <a:ext cx="5821011" cy="1794490"/>
            <a:chOff x="2035834" y="1992702"/>
            <a:chExt cx="7884544" cy="2278717"/>
          </a:xfrm>
        </p:grpSpPr>
        <p:sp>
          <p:nvSpPr>
            <p:cNvPr id="290" name="Google Shape;290;p7"/>
            <p:cNvSpPr txBox="1"/>
            <p:nvPr/>
          </p:nvSpPr>
          <p:spPr>
            <a:xfrm>
              <a:off x="3765373" y="2163150"/>
              <a:ext cx="4425468" cy="1543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73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默    祷</a:t>
              </a:r>
              <a:endParaRPr sz="7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2035834" y="1992702"/>
              <a:ext cx="7884544" cy="2278717"/>
            </a:xfrm>
            <a:prstGeom prst="rect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p7"/>
          <p:cNvSpPr txBox="1"/>
          <p:nvPr/>
        </p:nvSpPr>
        <p:spPr>
          <a:xfrm>
            <a:off x="3132415" y="2764216"/>
            <a:ext cx="3312368" cy="800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rPr>
              <a:t>SILENT  PRAYER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A2328F0-7A7C-F442-85C6-726176A00CC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56369" y="60007"/>
            <a:ext cx="7200900" cy="840105"/>
          </a:xfrm>
        </p:spPr>
        <p:txBody>
          <a:bodyPr/>
          <a:lstStyle/>
          <a:p>
            <a:r>
              <a:rPr lang="zh-CN" altLang="en-US" sz="5198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主我敬拜你</a:t>
            </a:r>
          </a:p>
        </p:txBody>
      </p:sp>
      <p:sp>
        <p:nvSpPr>
          <p:cNvPr id="35844" name="Text Box 4">
            <a:extLst>
              <a:ext uri="{FF2B5EF4-FFF2-40B4-BE49-F238E27FC236}">
                <a16:creationId xmlns:a16="http://schemas.microsoft.com/office/drawing/2014/main" id="{383D4639-7F10-1D49-94CB-3AC3AAD69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364" y="1345222"/>
            <a:ext cx="8650396" cy="2710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defTabSz="720090" eaLnBrk="1" fontAlgn="base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kumimoji="1" lang="zh-CN" altLang="en-US" sz="4253" kern="12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+mn-cs"/>
              </a:rPr>
              <a:t>主我敬拜你 敞开在你的面前</a:t>
            </a:r>
            <a:endParaRPr kumimoji="1" lang="en-US" altLang="zh-CN" sz="4253" kern="1200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cs typeface="+mn-cs"/>
            </a:endParaRPr>
          </a:p>
          <a:p>
            <a:pPr algn="ctr" defTabSz="720090" eaLnBrk="1" fontAlgn="base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kumimoji="1" lang="zh-CN" altLang="en-US" sz="4253" kern="12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+mn-cs"/>
              </a:rPr>
              <a:t>主我敬拜你 俯伏在你宝座前敬拜你</a:t>
            </a:r>
            <a:endParaRPr kumimoji="1" lang="en-US" altLang="zh-CN" sz="4253" kern="1200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cs typeface="+mn-cs"/>
            </a:endParaRPr>
          </a:p>
          <a:p>
            <a:pPr algn="ctr" defTabSz="720090" eaLnBrk="1" fontAlgn="base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kumimoji="1" lang="zh-CN" altLang="en-US" sz="4253" kern="12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+mn-cs"/>
              </a:rPr>
              <a:t>天军向你屈膝 众天使围绕你座前</a:t>
            </a:r>
            <a:endParaRPr kumimoji="1" lang="en-US" altLang="zh-CN" sz="4253" kern="1200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cs typeface="+mn-cs"/>
            </a:endParaRPr>
          </a:p>
          <a:p>
            <a:pPr algn="ctr" defTabSz="720090" eaLnBrk="1" fontAlgn="base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kumimoji="1" lang="zh-CN" altLang="en-US" sz="4253" kern="12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+mn-cs"/>
              </a:rPr>
              <a:t>主我双手举起 屈膝你宝座前敬拜你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utoUpdateAnimBg="0"/>
      <p:bldP spid="3584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" y="1"/>
            <a:ext cx="9001125" cy="5400674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5"/>
          <p:cNvSpPr/>
          <p:nvPr/>
        </p:nvSpPr>
        <p:spPr>
          <a:xfrm>
            <a:off x="10" y="2"/>
            <a:ext cx="9001125" cy="5400675"/>
          </a:xfrm>
          <a:prstGeom prst="roundRect">
            <a:avLst>
              <a:gd name="adj" fmla="val 0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spcFirstLastPara="1" wrap="square" lIns="69125" tIns="34550" rIns="69125" bIns="34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10" y="3636451"/>
            <a:ext cx="9001125" cy="1184875"/>
          </a:xfrm>
          <a:prstGeom prst="rect">
            <a:avLst/>
          </a:prstGeom>
          <a:solidFill>
            <a:schemeClr val="dk1">
              <a:alpha val="29803"/>
            </a:schemeClr>
          </a:solidFill>
          <a:ln>
            <a:noFill/>
          </a:ln>
        </p:spPr>
        <p:txBody>
          <a:bodyPr spcFirstLastPara="1" wrap="square" lIns="69125" tIns="34550" rIns="69125" bIns="34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1" dirty="0" err="1">
                <a:solidFill>
                  <a:schemeClr val="lt1"/>
                </a:solidFill>
              </a:rPr>
              <a:t>李健执事</a:t>
            </a:r>
            <a:endParaRPr sz="2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7" name="Google Shape;337;p15"/>
          <p:cNvGrpSpPr/>
          <p:nvPr/>
        </p:nvGrpSpPr>
        <p:grpSpPr>
          <a:xfrm>
            <a:off x="1836280" y="1395497"/>
            <a:ext cx="5502793" cy="1794490"/>
            <a:chOff x="2035834" y="1992702"/>
            <a:chExt cx="7884544" cy="2278717"/>
          </a:xfrm>
        </p:grpSpPr>
        <p:sp>
          <p:nvSpPr>
            <p:cNvPr id="338" name="Google Shape;338;p15"/>
            <p:cNvSpPr txBox="1"/>
            <p:nvPr/>
          </p:nvSpPr>
          <p:spPr>
            <a:xfrm>
              <a:off x="2672709" y="2186623"/>
              <a:ext cx="6828917" cy="1543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7300" b="1" dirty="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代 表 祷 告</a:t>
              </a:r>
              <a:endParaRPr sz="7300" b="1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2035834" y="1992702"/>
              <a:ext cx="7884544" cy="2278717"/>
            </a:xfrm>
            <a:prstGeom prst="rect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340" name="Google Shape;340;p15"/>
          <p:cNvSpPr txBox="1"/>
          <p:nvPr/>
        </p:nvSpPr>
        <p:spPr>
          <a:xfrm>
            <a:off x="2772370" y="2700338"/>
            <a:ext cx="4536504" cy="461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rPr>
              <a:t>REPRESENTATIVE  PRAYER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D9A24F0-160E-A528-E379-E7CA99EA9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0"/>
            <a:ext cx="8484577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zh-CN" sz="3600" b="1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zh-CN" sz="3600" b="1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36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6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我现在被浇奠，我离世的时候到了。</a:t>
            </a:r>
            <a:endParaRPr kumimoji="0" lang="en-US" altLang="zh-CN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zh-CN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36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7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那美好的仗我已经打过了，当跑的路我已经跑尽了，所信的道我已经守住了。</a:t>
            </a:r>
            <a:endParaRPr kumimoji="0" lang="en-US" altLang="zh-CN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endParaRPr kumimoji="0" lang="en-US" altLang="zh-CN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36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8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从此以后，有公义的冠冕为我存留，就是按着公义审判的主到了那日要赐给我的；不但赐给我，也赐给凡爱慕他显现的人。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845080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A261022-0103-349F-92FC-7E497C4B2E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593" y="289489"/>
            <a:ext cx="8011939" cy="830963"/>
          </a:xfrm>
        </p:spPr>
        <p:txBody>
          <a:bodyPr/>
          <a:lstStyle/>
          <a:p>
            <a:r>
              <a:rPr lang="zh-CN" altLang="en-US" sz="5316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求主给我一颗心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16567E-35B3-0C13-3B22-409FBCFB3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4864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>
                <a:ea typeface="宋体" panose="02010600030101010101" pitchFamily="2" charset="-122"/>
              </a:rPr>
              <a:t>求主给我一颗心  为你而活 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抛开世上所有  不再思索 </a:t>
            </a:r>
          </a:p>
          <a:p>
            <a:r>
              <a:rPr lang="zh-CN" altLang="en-US" sz="4430">
                <a:ea typeface="宋体" panose="02010600030101010101" pitchFamily="2" charset="-122"/>
              </a:rPr>
              <a:t>给我力量不至滑脚</a:t>
            </a:r>
          </a:p>
          <a:p>
            <a:r>
              <a:rPr lang="zh-CN" altLang="en-US" sz="4430">
                <a:ea typeface="宋体" panose="02010600030101010101" pitchFamily="2" charset="-122"/>
                <a:sym typeface="微软雅黑" panose="020B0503020204020204" pitchFamily="34" charset="-122"/>
              </a:rPr>
              <a:t>走余剩几里路 </a:t>
            </a:r>
            <a:endParaRPr lang="zh-CN" altLang="en-US" sz="4430">
              <a:ea typeface="宋体" panose="02010600030101010101" pitchFamily="2" charset="-122"/>
            </a:endParaRPr>
          </a:p>
          <a:p>
            <a:r>
              <a:rPr lang="zh-CN" altLang="en-US" sz="4430">
                <a:ea typeface="宋体" panose="02010600030101010101" pitchFamily="2" charset="-122"/>
                <a:sym typeface="微软雅黑" panose="020B0503020204020204" pitchFamily="34" charset="-122"/>
              </a:rPr>
              <a:t>无论在何时何方 愿主来保守</a:t>
            </a:r>
            <a:endParaRPr lang="zh-CN" altLang="en-US" sz="4430">
              <a:ea typeface="宋体" panose="02010600030101010101" pitchFamily="2" charset="-122"/>
            </a:endParaRPr>
          </a:p>
          <a:p>
            <a:endParaRPr lang="zh-CN" altLang="en-US" sz="4430">
              <a:ea typeface="宋体" panose="02010600030101010101" pitchFamily="2" charset="-122"/>
            </a:endParaRPr>
          </a:p>
          <a:p>
            <a:endParaRPr lang="zh-CN" altLang="en-US" sz="4430"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" y="2"/>
            <a:ext cx="9001125" cy="54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2"/>
          <p:cNvSpPr/>
          <p:nvPr/>
        </p:nvSpPr>
        <p:spPr>
          <a:xfrm>
            <a:off x="0" y="0"/>
            <a:ext cx="9001125" cy="5400675"/>
          </a:xfrm>
          <a:prstGeom prst="roundRect">
            <a:avLst>
              <a:gd name="adj" fmla="val 0"/>
            </a:avLst>
          </a:prstGeom>
          <a:solidFill>
            <a:schemeClr val="dk1">
              <a:alpha val="40000"/>
            </a:schemeClr>
          </a:solidFill>
          <a:ln>
            <a:noFill/>
          </a:ln>
        </p:spPr>
        <p:txBody>
          <a:bodyPr spcFirstLastPara="1" wrap="square" lIns="69125" tIns="34550" rIns="69125" bIns="34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404" name="Google Shape;404;p22"/>
          <p:cNvGrpSpPr/>
          <p:nvPr/>
        </p:nvGrpSpPr>
        <p:grpSpPr>
          <a:xfrm>
            <a:off x="1590067" y="1306149"/>
            <a:ext cx="5821011" cy="1794490"/>
            <a:chOff x="2035834" y="1992702"/>
            <a:chExt cx="7884544" cy="2278717"/>
          </a:xfrm>
        </p:grpSpPr>
        <p:sp>
          <p:nvSpPr>
            <p:cNvPr id="405" name="Google Shape;405;p22"/>
            <p:cNvSpPr txBox="1"/>
            <p:nvPr/>
          </p:nvSpPr>
          <p:spPr>
            <a:xfrm>
              <a:off x="5215778" y="3501978"/>
              <a:ext cx="1524660" cy="7621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3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Pray</a:t>
              </a:r>
              <a:endParaRPr dirty="0"/>
            </a:p>
          </p:txBody>
        </p:sp>
        <p:sp>
          <p:nvSpPr>
            <p:cNvPr id="406" name="Google Shape;406;p22"/>
            <p:cNvSpPr txBox="1"/>
            <p:nvPr/>
          </p:nvSpPr>
          <p:spPr>
            <a:xfrm>
              <a:off x="2174243" y="2163150"/>
              <a:ext cx="7522372" cy="15242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7200" b="1" dirty="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奉 献 祝 福</a:t>
              </a:r>
              <a:endParaRPr b="1" dirty="0"/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2035834" y="1992702"/>
              <a:ext cx="7884544" cy="2278717"/>
            </a:xfrm>
            <a:prstGeom prst="rect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3"/>
          <p:cNvSpPr txBox="1"/>
          <p:nvPr/>
        </p:nvSpPr>
        <p:spPr>
          <a:xfrm>
            <a:off x="2340326" y="2124275"/>
            <a:ext cx="4752528" cy="110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教 会 消 息</a:t>
            </a:r>
            <a:endParaRPr/>
          </a:p>
        </p:txBody>
      </p:sp>
      <p:sp>
        <p:nvSpPr>
          <p:cNvPr id="413" name="Google Shape;413;p23"/>
          <p:cNvSpPr/>
          <p:nvPr/>
        </p:nvSpPr>
        <p:spPr>
          <a:xfrm>
            <a:off x="1836266" y="1980257"/>
            <a:ext cx="5184576" cy="1368152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6"/>
          <p:cNvSpPr txBox="1"/>
          <p:nvPr/>
        </p:nvSpPr>
        <p:spPr>
          <a:xfrm>
            <a:off x="108074" y="1593949"/>
            <a:ext cx="6696744" cy="1106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600" b="1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主  祷  文</a:t>
            </a:r>
            <a:endParaRPr sz="6600" b="1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612130" y="1404193"/>
            <a:ext cx="5616624" cy="1512168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7"/>
          <p:cNvSpPr txBox="1">
            <a:spLocks noGrp="1"/>
          </p:cNvSpPr>
          <p:nvPr>
            <p:ph type="subTitle" idx="1"/>
          </p:nvPr>
        </p:nvSpPr>
        <p:spPr>
          <a:xfrm>
            <a:off x="35942" y="1260177"/>
            <a:ext cx="9001125" cy="3528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3080"/>
              <a:buNone/>
            </a:pPr>
            <a:r>
              <a:rPr lang="zh-CN" sz="7000" b="1" dirty="0">
                <a:latin typeface="+mj-lt"/>
              </a:rPr>
              <a:t>我们在天上的 父</a:t>
            </a:r>
            <a:endParaRPr sz="7000" b="1" dirty="0">
              <a:latin typeface="+mj-lt"/>
            </a:endParaRPr>
          </a:p>
          <a:p>
            <a:pPr marL="0" lvl="0" indent="0" algn="ctr" rtl="0">
              <a:spcBef>
                <a:spcPts val="880"/>
              </a:spcBef>
              <a:spcAft>
                <a:spcPts val="0"/>
              </a:spcAft>
              <a:buSzPts val="3080"/>
              <a:buNone/>
            </a:pPr>
            <a:r>
              <a:rPr lang="zh-CN" sz="7000" b="1" dirty="0">
                <a:latin typeface="+mj-lt"/>
              </a:rPr>
              <a:t>愿人都尊你的名为圣</a:t>
            </a:r>
            <a:endParaRPr sz="7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0124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7"/>
          <p:cNvSpPr txBox="1">
            <a:spLocks noGrp="1"/>
          </p:cNvSpPr>
          <p:nvPr>
            <p:ph type="subTitle" idx="1"/>
          </p:nvPr>
        </p:nvSpPr>
        <p:spPr>
          <a:xfrm>
            <a:off x="35942" y="1260177"/>
            <a:ext cx="9001125" cy="3528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Autofit/>
          </a:bodyPr>
          <a:lstStyle/>
          <a:p>
            <a:pPr marL="0" lvl="0" indent="0" algn="ctr" rtl="0">
              <a:spcBef>
                <a:spcPts val="880"/>
              </a:spcBef>
              <a:spcAft>
                <a:spcPts val="0"/>
              </a:spcAft>
              <a:buSzPts val="3080"/>
              <a:buNone/>
            </a:pPr>
            <a:r>
              <a:rPr lang="zh-CN" sz="7000" b="1" dirty="0">
                <a:latin typeface="+mj-lt"/>
              </a:rPr>
              <a:t>愿你的国</a:t>
            </a:r>
            <a:r>
              <a:rPr lang="zh-CN" altLang="en-US" sz="7000" b="1" dirty="0">
                <a:latin typeface="+mj-lt"/>
              </a:rPr>
              <a:t>度</a:t>
            </a:r>
            <a:r>
              <a:rPr lang="zh-CN" sz="7000" b="1" dirty="0">
                <a:latin typeface="+mj-lt"/>
              </a:rPr>
              <a:t>降临</a:t>
            </a:r>
            <a:endParaRPr sz="7000" b="1" dirty="0">
              <a:latin typeface="+mj-lt"/>
            </a:endParaRPr>
          </a:p>
          <a:p>
            <a:pPr marL="0" lvl="0" indent="0" algn="ctr" rtl="0">
              <a:spcBef>
                <a:spcPts val="880"/>
              </a:spcBef>
              <a:spcAft>
                <a:spcPts val="0"/>
              </a:spcAft>
              <a:buSzPts val="3080"/>
              <a:buNone/>
            </a:pPr>
            <a:r>
              <a:rPr lang="zh-CN" sz="7000" b="1" dirty="0">
                <a:latin typeface="+mj-lt"/>
              </a:rPr>
              <a:t>愿你的旨意行在地上</a:t>
            </a:r>
            <a:endParaRPr sz="7000" b="1" dirty="0">
              <a:latin typeface="+mj-lt"/>
            </a:endParaRPr>
          </a:p>
          <a:p>
            <a:pPr marL="0" lvl="0" indent="0" algn="ctr" rtl="0">
              <a:spcBef>
                <a:spcPts val="880"/>
              </a:spcBef>
              <a:spcAft>
                <a:spcPts val="0"/>
              </a:spcAft>
              <a:buSzPts val="3080"/>
              <a:buNone/>
            </a:pPr>
            <a:r>
              <a:rPr lang="zh-CN" sz="7000" b="1" dirty="0">
                <a:latin typeface="+mj-lt"/>
              </a:rPr>
              <a:t>如同行在天上。</a:t>
            </a:r>
            <a:endParaRPr sz="7000" b="1" dirty="0">
              <a:latin typeface="+mj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8"/>
          <p:cNvSpPr txBox="1">
            <a:spLocks noGrp="1"/>
          </p:cNvSpPr>
          <p:nvPr>
            <p:ph type="subTitle" idx="1"/>
          </p:nvPr>
        </p:nvSpPr>
        <p:spPr>
          <a:xfrm>
            <a:off x="-1" y="1620217"/>
            <a:ext cx="9001125" cy="378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我们日用的饮食</a:t>
            </a:r>
            <a:endParaRPr sz="7000" dirty="0">
              <a:latin typeface="+mj-lt"/>
              <a:ea typeface="+mn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今日赐给我们</a:t>
            </a:r>
            <a:endParaRPr sz="7000" dirty="0">
              <a:latin typeface="+mj-lt"/>
              <a:ea typeface="+mn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免我们所欠的债</a:t>
            </a:r>
            <a:endParaRPr sz="7000" b="1" dirty="0">
              <a:latin typeface="+mj-lt"/>
              <a:ea typeface="+mn-ea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如同我们免了人的债</a:t>
            </a:r>
            <a:endParaRPr lang="en-US" altLang="zh-CN" sz="7000" b="1" dirty="0">
              <a:latin typeface="+mj-lt"/>
              <a:ea typeface="+mn-ea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altLang="en-US" sz="7000" b="1" dirty="0">
                <a:latin typeface="+mj-lt"/>
                <a:ea typeface="+mn-ea"/>
                <a:cs typeface="Arial"/>
                <a:sym typeface="Arial"/>
              </a:rPr>
              <a:t>哈利路亚</a:t>
            </a:r>
            <a:endParaRPr sz="7000" b="1" dirty="0">
              <a:latin typeface="+mj-lt"/>
              <a:ea typeface="+mn-ea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9"/>
          <p:cNvSpPr txBox="1">
            <a:spLocks noGrp="1"/>
          </p:cNvSpPr>
          <p:nvPr>
            <p:ph type="subTitle" idx="1"/>
          </p:nvPr>
        </p:nvSpPr>
        <p:spPr>
          <a:xfrm>
            <a:off x="10" y="1620217"/>
            <a:ext cx="9001125" cy="302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不叫我们遇见试探</a:t>
            </a:r>
            <a:endParaRPr sz="7000" b="1" dirty="0">
              <a:latin typeface="+mj-lt"/>
              <a:ea typeface="SimSun" panose="02010600030101010101" pitchFamily="2" charset="-122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救我们脱离凶恶</a:t>
            </a:r>
            <a:endParaRPr sz="7000" dirty="0">
              <a:latin typeface="+mj-lt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5652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9"/>
          <p:cNvSpPr txBox="1">
            <a:spLocks noGrp="1"/>
          </p:cNvSpPr>
          <p:nvPr>
            <p:ph type="subTitle" idx="1"/>
          </p:nvPr>
        </p:nvSpPr>
        <p:spPr>
          <a:xfrm>
            <a:off x="10" y="1620217"/>
            <a:ext cx="9001125" cy="302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因为国度</a:t>
            </a:r>
            <a:endParaRPr sz="7000" b="1" dirty="0">
              <a:latin typeface="+mj-lt"/>
              <a:ea typeface="+mn-ea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权柄和荣耀</a:t>
            </a:r>
            <a:endParaRPr sz="7000" dirty="0">
              <a:latin typeface="+mj-lt"/>
              <a:ea typeface="+mn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全是你的，直到永远</a:t>
            </a:r>
            <a:endParaRPr sz="7000" dirty="0">
              <a:latin typeface="+mj-lt"/>
              <a:ea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9"/>
          <p:cNvSpPr txBox="1">
            <a:spLocks noGrp="1"/>
          </p:cNvSpPr>
          <p:nvPr>
            <p:ph type="subTitle" idx="1"/>
          </p:nvPr>
        </p:nvSpPr>
        <p:spPr>
          <a:xfrm>
            <a:off x="10" y="1620217"/>
            <a:ext cx="9001125" cy="302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altLang="en-US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我要一生一世寻求</a:t>
            </a:r>
            <a:endParaRPr lang="en-US" altLang="zh-CN" sz="7000" b="1" dirty="0">
              <a:latin typeface="+mj-lt"/>
              <a:ea typeface="SimSun" panose="02010600030101010101" pitchFamily="2" charset="-122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altLang="en-US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在主殿中瞻仰荣美</a:t>
            </a:r>
            <a:endParaRPr lang="en-US" altLang="zh-CN" sz="7000" b="1" dirty="0">
              <a:latin typeface="+mj-lt"/>
              <a:ea typeface="SimSun" panose="02010600030101010101" pitchFamily="2" charset="-122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altLang="en-US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因为国度权柄和荣耀</a:t>
            </a:r>
            <a:endParaRPr lang="en-US" altLang="zh-CN" sz="7000" b="1" dirty="0">
              <a:latin typeface="+mj-lt"/>
              <a:ea typeface="SimSun" panose="02010600030101010101" pitchFamily="2" charset="-122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altLang="en-US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全是你的直到永远</a:t>
            </a:r>
            <a:endParaRPr sz="7000" b="1" dirty="0">
              <a:latin typeface="+mj-lt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6188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0"/>
          <p:cNvSpPr txBox="1"/>
          <p:nvPr/>
        </p:nvSpPr>
        <p:spPr>
          <a:xfrm>
            <a:off x="3060402" y="1232886"/>
            <a:ext cx="4680520" cy="1323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祝   祷</a:t>
            </a:r>
            <a:endParaRPr/>
          </a:p>
        </p:txBody>
      </p:sp>
      <p:sp>
        <p:nvSpPr>
          <p:cNvPr id="460" name="Google Shape;460;p30"/>
          <p:cNvSpPr/>
          <p:nvPr/>
        </p:nvSpPr>
        <p:spPr>
          <a:xfrm>
            <a:off x="2340324" y="1116161"/>
            <a:ext cx="4464496" cy="1872208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61" name="Google Shape;461;p30"/>
          <p:cNvSpPr txBox="1"/>
          <p:nvPr/>
        </p:nvSpPr>
        <p:spPr>
          <a:xfrm>
            <a:off x="4068514" y="2340297"/>
            <a:ext cx="1224136" cy="646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Pray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heme/theme1.xml><?xml version="1.0" encoding="utf-8"?>
<a:theme xmlns:a="http://schemas.openxmlformats.org/drawingml/2006/main" name="跋涉">
  <a:themeElements>
    <a:clrScheme name="跋涉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ysClr val="windowText" lastClr="000000"/>
      </a:dk1>
      <a:lt1>
        <a:sysClr val="window" lastClr="FFFFFF"/>
      </a:lt1>
      <a:dk2>
        <a:srgbClr val="17406D"/>
      </a:dk2>
      <a:lt2>
        <a:srgbClr val="C7D5E2"/>
      </a:lt2>
      <a:accent1>
        <a:srgbClr val="7CCA62"/>
      </a:accent1>
      <a:accent2>
        <a:srgbClr val="009DD9"/>
      </a:accent2>
      <a:accent3>
        <a:srgbClr val="0BD0D9"/>
      </a:accent3>
      <a:accent4>
        <a:srgbClr val="10CF9B"/>
      </a:accent4>
      <a:accent5>
        <a:srgbClr val="0F6FC6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435</Words>
  <Application>Microsoft Macintosh PowerPoint</Application>
  <PresentationFormat>自定义</PresentationFormat>
  <Paragraphs>79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Noto Sans Symbols</vt:lpstr>
      <vt:lpstr>微软雅黑</vt:lpstr>
      <vt:lpstr>Malgun Gothic</vt:lpstr>
      <vt:lpstr>MS PGothic</vt:lpstr>
      <vt:lpstr>宋体</vt:lpstr>
      <vt:lpstr>Calibri</vt:lpstr>
      <vt:lpstr>Wingdings</vt:lpstr>
      <vt:lpstr>微软雅黑</vt:lpstr>
      <vt:lpstr>Libre Franklin Thin</vt:lpstr>
      <vt:lpstr>Arial</vt:lpstr>
      <vt:lpstr>Libre Franklin</vt:lpstr>
      <vt:lpstr>跋涉</vt:lpstr>
      <vt:lpstr>古瓶荷花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主我敬拜你</vt:lpstr>
      <vt:lpstr>PowerPoint 演示文稿</vt:lpstr>
      <vt:lpstr>PowerPoint 演示文稿</vt:lpstr>
      <vt:lpstr>求主给我一颗心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耶和华是爱</dc:title>
  <dc:creator>My Note-PC</dc:creator>
  <cp:lastModifiedBy>DONG, HUILU</cp:lastModifiedBy>
  <cp:revision>75</cp:revision>
  <dcterms:created xsi:type="dcterms:W3CDTF">2019-06-09T00:57:22Z</dcterms:created>
  <dcterms:modified xsi:type="dcterms:W3CDTF">2022-06-26T01:59:53Z</dcterms:modified>
</cp:coreProperties>
</file>