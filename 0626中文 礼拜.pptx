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4.xml" ContentType="application/vnd.openxmlformats-officedocument.theme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heme/theme5.xml" ContentType="application/vnd.openxmlformats-officedocument.theme+xml"/>
  <Override PartName="/ppt/tags/tag79.xml" ContentType="application/vnd.openxmlformats-officedocument.presentationml.tags+xml"/>
  <Override PartName="/ppt/notesSlides/notesSlide1.xml" ContentType="application/vnd.openxmlformats-officedocument.presentationml.notesSlide+xml"/>
  <Override PartName="/ppt/tags/tag80.xml" ContentType="application/vnd.openxmlformats-officedocument.presentationml.tags+xml"/>
  <Override PartName="/ppt/notesSlides/notesSlide2.xml" ContentType="application/vnd.openxmlformats-officedocument.presentationml.notesSlide+xml"/>
  <Override PartName="/ppt/tags/tag81.xml" ContentType="application/vnd.openxmlformats-officedocument.presentationml.tags+xml"/>
  <Override PartName="/ppt/notesSlides/notesSlide3.xml" ContentType="application/vnd.openxmlformats-officedocument.presentationml.notesSlide+xml"/>
  <Override PartName="/ppt/tags/tag82.xml" ContentType="application/vnd.openxmlformats-officedocument.presentationml.tags+xml"/>
  <Override PartName="/ppt/notesSlides/notesSlide4.xml" ContentType="application/vnd.openxmlformats-officedocument.presentationml.notesSlide+xml"/>
  <Override PartName="/ppt/tags/tag83.xml" ContentType="application/vnd.openxmlformats-officedocument.presentationml.tags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tags/tag84.xml" ContentType="application/vnd.openxmlformats-officedocument.presentationml.tags+xml"/>
  <Override PartName="/ppt/notesSlides/notesSlide16.xml" ContentType="application/vnd.openxmlformats-officedocument.presentationml.notesSlide+xml"/>
  <Override PartName="/ppt/tags/tag85.xml" ContentType="application/vnd.openxmlformats-officedocument.presentationml.tags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  <p:sldMasterId id="2147483961" r:id="rId2"/>
    <p:sldMasterId id="2147484226" r:id="rId3"/>
    <p:sldMasterId id="2147484238" r:id="rId4"/>
  </p:sldMasterIdLst>
  <p:notesMasterIdLst>
    <p:notesMasterId r:id="rId33"/>
  </p:notesMasterIdLst>
  <p:sldIdLst>
    <p:sldId id="1081" r:id="rId5"/>
    <p:sldId id="265" r:id="rId6"/>
    <p:sldId id="1395" r:id="rId7"/>
    <p:sldId id="977" r:id="rId8"/>
    <p:sldId id="657" r:id="rId9"/>
    <p:sldId id="261" r:id="rId10"/>
    <p:sldId id="266" r:id="rId11"/>
    <p:sldId id="267" r:id="rId12"/>
    <p:sldId id="1388" r:id="rId13"/>
    <p:sldId id="268" r:id="rId14"/>
    <p:sldId id="1389" r:id="rId15"/>
    <p:sldId id="269" r:id="rId16"/>
    <p:sldId id="1390" r:id="rId17"/>
    <p:sldId id="262" r:id="rId18"/>
    <p:sldId id="276" r:id="rId19"/>
    <p:sldId id="270" r:id="rId20"/>
    <p:sldId id="1010" r:id="rId21"/>
    <p:sldId id="478" r:id="rId22"/>
    <p:sldId id="278" r:id="rId23"/>
    <p:sldId id="279" r:id="rId24"/>
    <p:sldId id="282" r:id="rId25"/>
    <p:sldId id="1393" r:id="rId26"/>
    <p:sldId id="283" r:id="rId27"/>
    <p:sldId id="284" r:id="rId28"/>
    <p:sldId id="1394" r:id="rId29"/>
    <p:sldId id="285" r:id="rId30"/>
    <p:sldId id="1392" r:id="rId31"/>
    <p:sldId id="286" r:id="rId32"/>
  </p:sldIdLst>
  <p:sldSz cx="9001125" cy="5400675"/>
  <p:notesSz cx="6858000" cy="9144000"/>
  <p:embeddedFontLst>
    <p:embeddedFont>
      <p:font typeface="宋体" panose="02010600030101010101" pitchFamily="2" charset="-122"/>
      <p:regular r:id="rId34"/>
    </p:embeddedFont>
    <p:embeddedFont>
      <p:font typeface="微软雅黑" panose="020B0503020204020204" pitchFamily="34" charset="-122"/>
      <p:regular r:id="rId35"/>
      <p:bold r:id="rId36"/>
    </p:embeddedFont>
    <p:embeddedFont>
      <p:font typeface="微软雅黑" panose="020B0503020204020204" pitchFamily="34" charset="-122"/>
      <p:regular r:id="rId35"/>
      <p:bold r:id="rId36"/>
    </p:embeddedFont>
    <p:embeddedFont>
      <p:font typeface="Calibri" panose="020F0502020204030204" pitchFamily="34" charset="0"/>
      <p:regular r:id="rId37"/>
      <p:bold r:id="rId38"/>
      <p:italic r:id="rId39"/>
      <p:boldItalic r:id="rId40"/>
    </p:embeddedFont>
    <p:embeddedFont>
      <p:font typeface="Libre Franklin" pitchFamily="2" charset="0"/>
      <p:regular r:id="rId41"/>
      <p:bold r:id="rId42"/>
      <p:italic r:id="rId43"/>
      <p:boldItalic r:id="rId44"/>
    </p:embeddedFont>
    <p:embeddedFont>
      <p:font typeface="Libre Franklin Thin" pitchFamily="2" charset="0"/>
      <p:regular r:id="rId45"/>
      <p:bold r:id="rId46"/>
      <p:italic r:id="rId47"/>
      <p:boldItalic r:id="rId48"/>
    </p:embeddedFont>
    <p:embeddedFont>
      <p:font typeface="Malgun Gothic" panose="020B0503020000020004" pitchFamily="34" charset="-127"/>
      <p:regular r:id="rId49"/>
      <p:bold r:id="rId50"/>
    </p:embeddedFont>
    <p:embeddedFont>
      <p:font typeface="MS PGothic" panose="020B0600070205080204" pitchFamily="34" charset="-128"/>
      <p:regular r:id="rId5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702">
          <p15:clr>
            <a:srgbClr val="A4A3A4"/>
          </p15:clr>
        </p15:guide>
        <p15:guide id="2" pos="283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00" roundtripDataSignature="AMtx7mh/ydJelB5zHTjdSqhgUbLte5n3Q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2505"/>
    <p:restoredTop sz="92041"/>
  </p:normalViewPr>
  <p:slideViewPr>
    <p:cSldViewPr snapToGrid="0">
      <p:cViewPr varScale="1">
        <p:scale>
          <a:sx n="99" d="100"/>
          <a:sy n="99" d="100"/>
        </p:scale>
        <p:origin x="184" y="1032"/>
      </p:cViewPr>
      <p:guideLst>
        <p:guide orient="horz" pos="1702"/>
        <p:guide pos="2835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font" Target="fonts/font6.fntdata"/><Relationship Id="rId21" Type="http://schemas.openxmlformats.org/officeDocument/2006/relationships/slide" Target="slides/slide17.xml"/><Relationship Id="rId34" Type="http://schemas.openxmlformats.org/officeDocument/2006/relationships/font" Target="fonts/font1.fntdata"/><Relationship Id="rId42" Type="http://schemas.openxmlformats.org/officeDocument/2006/relationships/font" Target="fonts/font9.fntdata"/><Relationship Id="rId47" Type="http://schemas.openxmlformats.org/officeDocument/2006/relationships/font" Target="fonts/font14.fntdata"/><Relationship Id="rId50" Type="http://schemas.openxmlformats.org/officeDocument/2006/relationships/font" Target="fonts/font17.fntdata"/><Relationship Id="rId104" Type="http://schemas.openxmlformats.org/officeDocument/2006/relationships/tableStyles" Target="tableStyles.xml"/><Relationship Id="rId7" Type="http://schemas.openxmlformats.org/officeDocument/2006/relationships/slide" Target="slides/slide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font" Target="fonts/font4.fntdata"/><Relationship Id="rId40" Type="http://schemas.openxmlformats.org/officeDocument/2006/relationships/font" Target="fonts/font7.fntdata"/><Relationship Id="rId45" Type="http://schemas.openxmlformats.org/officeDocument/2006/relationships/font" Target="fonts/font12.fntdata"/><Relationship Id="rId102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font" Target="fonts/font11.fntdata"/><Relationship Id="rId101" Type="http://schemas.openxmlformats.org/officeDocument/2006/relationships/presProps" Target="presProps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font" Target="fonts/font2.fntdata"/><Relationship Id="rId43" Type="http://schemas.openxmlformats.org/officeDocument/2006/relationships/font" Target="fonts/font10.fntdata"/><Relationship Id="rId48" Type="http://schemas.openxmlformats.org/officeDocument/2006/relationships/font" Target="fonts/font15.fntdata"/><Relationship Id="rId100" Type="http://customschemas.google.com/relationships/presentationmetadata" Target="metadata"/><Relationship Id="rId8" Type="http://schemas.openxmlformats.org/officeDocument/2006/relationships/slide" Target="slides/slide4.xml"/><Relationship Id="rId51" Type="http://schemas.openxmlformats.org/officeDocument/2006/relationships/font" Target="fonts/font18.fntdata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notesMaster" Target="notesMasters/notesMaster1.xml"/><Relationship Id="rId38" Type="http://schemas.openxmlformats.org/officeDocument/2006/relationships/font" Target="fonts/font5.fntdata"/><Relationship Id="rId46" Type="http://schemas.openxmlformats.org/officeDocument/2006/relationships/font" Target="fonts/font13.fntdata"/><Relationship Id="rId103" Type="http://schemas.openxmlformats.org/officeDocument/2006/relationships/theme" Target="theme/theme1.xml"/><Relationship Id="rId20" Type="http://schemas.openxmlformats.org/officeDocument/2006/relationships/slide" Target="slides/slide16.xml"/><Relationship Id="rId41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font" Target="fonts/font3.fntdata"/><Relationship Id="rId49" Type="http://schemas.openxmlformats.org/officeDocument/2006/relationships/font" Target="fonts/font1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 sz="1200" b="0" i="0" u="none" strike="noStrike" cap="none">
                <a:solidFill>
                  <a:schemeClr val="dk1"/>
                </a:solidFill>
                <a:latin typeface="Malgun Gothic"/>
                <a:ea typeface="Malgun Gothic"/>
                <a:cs typeface="Malgun Gothic"/>
                <a:sym typeface="Malgun Gothic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Malgun Gothic"/>
              <a:ea typeface="Malgun Gothic"/>
              <a:cs typeface="Malgun Gothic"/>
              <a:sym typeface="Malgun Gothic"/>
            </a:endParaRPr>
          </a:p>
        </p:txBody>
      </p:sp>
    </p:spTree>
    <p:extLst>
      <p:ext uri="{BB962C8B-B14F-4D97-AF65-F5344CB8AC3E}">
        <p14:creationId xmlns:p14="http://schemas.microsoft.com/office/powerpoint/2010/main" val="247158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2673" name="幻灯片图像占位符 1">
            <a:extLst>
              <a:ext uri="{FF2B5EF4-FFF2-40B4-BE49-F238E27FC236}">
                <a16:creationId xmlns:a16="http://schemas.microsoft.com/office/drawing/2014/main" id="{DA0B077E-D8F3-D3CC-C23C-07EEED934283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1692674" name="备注占位符 2">
            <a:extLst>
              <a:ext uri="{FF2B5EF4-FFF2-40B4-BE49-F238E27FC236}">
                <a16:creationId xmlns:a16="http://schemas.microsoft.com/office/drawing/2014/main" id="{309C2729-09E4-9141-8948-8B9A927E1913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1692675" name="灯片编号占位符 3">
            <a:extLst>
              <a:ext uri="{FF2B5EF4-FFF2-40B4-BE49-F238E27FC236}">
                <a16:creationId xmlns:a16="http://schemas.microsoft.com/office/drawing/2014/main" id="{7AFA30E5-82D4-1651-8EA4-1317A821D11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B81F2F7A-B9EC-4148-98A3-36841D79210D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宋体" panose="02010600030101010101" pitchFamily="2" charset="-122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zh-CN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幻灯片图像占位符 1">
            <a:extLst>
              <a:ext uri="{FF2B5EF4-FFF2-40B4-BE49-F238E27FC236}">
                <a16:creationId xmlns:a16="http://schemas.microsoft.com/office/drawing/2014/main" id="{360BAA4E-BE24-CF77-3F78-6799DEB8AD34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21506" name="备注占位符 2">
            <a:extLst>
              <a:ext uri="{FF2B5EF4-FFF2-40B4-BE49-F238E27FC236}">
                <a16:creationId xmlns:a16="http://schemas.microsoft.com/office/drawing/2014/main" id="{E3D573A1-1C0D-A97A-C003-4B013D429D32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21507" name="灯片编号占位符 3">
            <a:extLst>
              <a:ext uri="{FF2B5EF4-FFF2-40B4-BE49-F238E27FC236}">
                <a16:creationId xmlns:a16="http://schemas.microsoft.com/office/drawing/2014/main" id="{E9441DF1-261B-2C31-6F13-15C21A30B9A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949BAC1D-DF14-C844-8A3D-9F9D55C84A5E}" type="slidenum">
              <a:rPr lang="zh-CN" altLang="en-US"/>
              <a:pPr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幻灯片图像占位符 1">
            <a:extLst>
              <a:ext uri="{FF2B5EF4-FFF2-40B4-BE49-F238E27FC236}">
                <a16:creationId xmlns:a16="http://schemas.microsoft.com/office/drawing/2014/main" id="{F20CEE70-0CE4-CF1E-AB35-28C5C597C3D0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25602" name="备注占位符 2">
            <a:extLst>
              <a:ext uri="{FF2B5EF4-FFF2-40B4-BE49-F238E27FC236}">
                <a16:creationId xmlns:a16="http://schemas.microsoft.com/office/drawing/2014/main" id="{2AC72BCC-65E6-419B-CFD9-132ACB4F8DD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25603" name="灯片编号占位符 3">
            <a:extLst>
              <a:ext uri="{FF2B5EF4-FFF2-40B4-BE49-F238E27FC236}">
                <a16:creationId xmlns:a16="http://schemas.microsoft.com/office/drawing/2014/main" id="{8C359C21-F2C7-937D-FBCC-6FBEBC966504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A2089352-72C1-6943-BBF7-237F2FE2A533}" type="slidenum">
              <a:rPr lang="zh-CN" altLang="en-US"/>
              <a:pPr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9681" name="幻灯片图像占位符 1">
            <a:extLst>
              <a:ext uri="{FF2B5EF4-FFF2-40B4-BE49-F238E27FC236}">
                <a16:creationId xmlns:a16="http://schemas.microsoft.com/office/drawing/2014/main" id="{90907DE5-31F1-7547-D373-753A1E678B31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1479682" name="备注占位符 2">
            <a:extLst>
              <a:ext uri="{FF2B5EF4-FFF2-40B4-BE49-F238E27FC236}">
                <a16:creationId xmlns:a16="http://schemas.microsoft.com/office/drawing/2014/main" id="{48491AB5-C924-1219-D3FE-29F1070FF1A7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1479683" name="灯片编号占位符 3">
            <a:extLst>
              <a:ext uri="{FF2B5EF4-FFF2-40B4-BE49-F238E27FC236}">
                <a16:creationId xmlns:a16="http://schemas.microsoft.com/office/drawing/2014/main" id="{C4D6D61E-5643-2B58-931A-F0640C55B41D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A069BFD0-4C65-DB41-844A-948D14A2252F}" type="slidenum">
              <a:rPr lang="zh-CN" altLang="en-US"/>
              <a:pPr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321" name="幻灯片图像占位符 1">
            <a:extLst>
              <a:ext uri="{FF2B5EF4-FFF2-40B4-BE49-F238E27FC236}">
                <a16:creationId xmlns:a16="http://schemas.microsoft.com/office/drawing/2014/main" id="{7A0AE536-2CD9-12B3-FF31-9EDC26CD2149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824322" name="备注占位符 2">
            <a:extLst>
              <a:ext uri="{FF2B5EF4-FFF2-40B4-BE49-F238E27FC236}">
                <a16:creationId xmlns:a16="http://schemas.microsoft.com/office/drawing/2014/main" id="{4173AA69-A5B4-5317-C6B2-C7CF628AB41B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824323" name="灯片编号占位符 3">
            <a:extLst>
              <a:ext uri="{FF2B5EF4-FFF2-40B4-BE49-F238E27FC236}">
                <a16:creationId xmlns:a16="http://schemas.microsoft.com/office/drawing/2014/main" id="{9B23B95B-469E-C736-890B-409F0D1EB03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B0BDED40-6DE2-6A49-917D-A55CF9790841}" type="slidenum">
              <a:rPr lang="zh-CN" altLang="en-US"/>
              <a:pPr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6" name="Google Shape;27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1" name="Google Shape;31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7" name="Google Shape;31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18859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2" name="Google Shape;322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102822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7" name="Google Shape;327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309536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5" name="Google Shape;28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2" name="Google Shape;33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7265" name="幻灯片图像占位符 1">
            <a:extLst>
              <a:ext uri="{FF2B5EF4-FFF2-40B4-BE49-F238E27FC236}">
                <a16:creationId xmlns:a16="http://schemas.microsoft.com/office/drawing/2014/main" id="{C9E736EB-AB7A-E6E3-6A87-E7502F035BD1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1547266" name="备注占位符 2">
            <a:extLst>
              <a:ext uri="{FF2B5EF4-FFF2-40B4-BE49-F238E27FC236}">
                <a16:creationId xmlns:a16="http://schemas.microsoft.com/office/drawing/2014/main" id="{5F069F53-81BE-FBD3-7311-E5FCBA026644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1547267" name="灯片编号占位符 3">
            <a:extLst>
              <a:ext uri="{FF2B5EF4-FFF2-40B4-BE49-F238E27FC236}">
                <a16:creationId xmlns:a16="http://schemas.microsoft.com/office/drawing/2014/main" id="{21B7C8CA-B4EF-E83D-2700-A2150F9EF3C0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4686574E-CBFA-D24C-8BD8-4125EE2CED48}" type="slidenum">
              <a:rPr kumimoji="0" lang="zh-CN" altLang="en-US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17</a:t>
            </a:fld>
            <a:endParaRPr kumimoji="0" lang="zh-CN" altLang="en-US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5314449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729" name="幻灯片图像占位符 1">
            <a:extLst>
              <a:ext uri="{FF2B5EF4-FFF2-40B4-BE49-F238E27FC236}">
                <a16:creationId xmlns:a16="http://schemas.microsoft.com/office/drawing/2014/main" id="{D3EA9905-DAF5-5289-8929-329550EEFD39}"/>
              </a:ext>
            </a:extLst>
          </p:cNvPr>
          <p:cNvSpPr>
            <a:spLocks noGrp="1" noRot="1" noChangeAspect="1" noChangeArrowheads="1"/>
          </p:cNvSpPr>
          <p:nvPr>
            <p:ph type="sldImg" idx="4294967295"/>
          </p:nvPr>
        </p:nvSpPr>
        <p:spPr>
          <a:ln>
            <a:miter lim="800000"/>
          </a:ln>
        </p:spPr>
      </p:sp>
      <p:sp>
        <p:nvSpPr>
          <p:cNvPr id="457730" name="备注占位符 2">
            <a:extLst>
              <a:ext uri="{FF2B5EF4-FFF2-40B4-BE49-F238E27FC236}">
                <a16:creationId xmlns:a16="http://schemas.microsoft.com/office/drawing/2014/main" id="{E1C63DC7-FDA3-0218-E1C7-F1914D87AEFD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/>
        <p:txBody>
          <a:bodyPr/>
          <a:lstStyle/>
          <a:p>
            <a:endParaRPr lang="zh-CN" altLang="en-US">
              <a:latin typeface="微软雅黑" panose="020B0503020204020204" pitchFamily="34" charset="-122"/>
              <a:ea typeface="宋体" panose="02010600030101010101" pitchFamily="2" charset="-122"/>
            </a:endParaRPr>
          </a:p>
        </p:txBody>
      </p:sp>
      <p:sp>
        <p:nvSpPr>
          <p:cNvPr id="457731" name="灯片编号占位符 3">
            <a:extLst>
              <a:ext uri="{FF2B5EF4-FFF2-40B4-BE49-F238E27FC236}">
                <a16:creationId xmlns:a16="http://schemas.microsoft.com/office/drawing/2014/main" id="{0157D320-D7EB-844B-950E-D3508A2E0D19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fld id="{F0377938-8553-5142-9E99-08B5F00A6B4F}" type="slidenum">
              <a:rPr lang="zh-CN" altLang="en-US"/>
              <a:pPr/>
              <a:t>18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0" name="Google Shape;410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0" name="Google Shape;43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" name="Google Shape;436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22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795997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36" name="Google Shape;436;p2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7" name="Google Shape;437;p2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23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43" name="Google Shape;443;p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4" name="Google Shape;444;p28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24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0" name="Google Shape;450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25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6399616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0" name="Google Shape;450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altLang="zh-CN"/>
              <a:t>26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50" name="Google Shape;450;p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1" name="Google Shape;451;p2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n-US" altLang="zh-CN" sz="14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27</a:t>
            </a:fld>
            <a:endParaRPr kumimoji="0" sz="1400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2007332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7" name="Google Shape;457;p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571500" y="685800"/>
            <a:ext cx="5715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tags" Target="../tags/tag9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4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4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tags" Target="../tags/tag15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4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4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4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tags" Target="../tags/tag22.xml"/><Relationship Id="rId4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tags" Target="../tags/tag27.xml"/><Relationship Id="rId2" Type="http://schemas.openxmlformats.org/officeDocument/2006/relationships/tags" Target="../tags/tag26.xml"/><Relationship Id="rId1" Type="http://schemas.openxmlformats.org/officeDocument/2006/relationships/tags" Target="../tags/tag25.xml"/><Relationship Id="rId4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tags" Target="../tags/tag28.xml"/><Relationship Id="rId4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tags" Target="../tags/tag33.xm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4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4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" Type="http://schemas.openxmlformats.org/officeDocument/2006/relationships/tags" Target="../tags/tag37.xml"/><Relationship Id="rId4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" Type="http://schemas.openxmlformats.org/officeDocument/2006/relationships/tags" Target="../tags/tag46.xml"/><Relationship Id="rId4" Type="http://schemas.openxmlformats.org/officeDocument/2006/relationships/slideMaster" Target="../slideMasters/slideMaster4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tags" Target="../tags/tag51.xml"/><Relationship Id="rId2" Type="http://schemas.openxmlformats.org/officeDocument/2006/relationships/tags" Target="../tags/tag50.xml"/><Relationship Id="rId1" Type="http://schemas.openxmlformats.org/officeDocument/2006/relationships/tags" Target="../tags/tag49.xml"/><Relationship Id="rId4" Type="http://schemas.openxmlformats.org/officeDocument/2006/relationships/slideMaster" Target="../slideMasters/slideMaster4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tags" Target="../tags/tag52.xml"/><Relationship Id="rId4" Type="http://schemas.openxmlformats.org/officeDocument/2006/relationships/slideMaster" Target="../slideMasters/slideMaster4.xml"/></Relationships>
</file>

<file path=ppt/slideLayouts/_rels/slideLayout37.xml.rels><?xml version="1.0" encoding="UTF-8" standalone="yes"?>
<Relationships xmlns="http://schemas.openxmlformats.org/package/2006/relationships"><Relationship Id="rId3" Type="http://schemas.openxmlformats.org/officeDocument/2006/relationships/tags" Target="../tags/tag57.xml"/><Relationship Id="rId2" Type="http://schemas.openxmlformats.org/officeDocument/2006/relationships/tags" Target="../tags/tag56.xml"/><Relationship Id="rId1" Type="http://schemas.openxmlformats.org/officeDocument/2006/relationships/tags" Target="../tags/tag55.xml"/><Relationship Id="rId4" Type="http://schemas.openxmlformats.org/officeDocument/2006/relationships/slideMaster" Target="../slideMasters/slideMaster4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tags" Target="../tags/tag60.xml"/><Relationship Id="rId2" Type="http://schemas.openxmlformats.org/officeDocument/2006/relationships/tags" Target="../tags/tag59.xml"/><Relationship Id="rId1" Type="http://schemas.openxmlformats.org/officeDocument/2006/relationships/tags" Target="../tags/tag58.xml"/><Relationship Id="rId4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tags" Target="../tags/tag63.xm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4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4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Relationship Id="rId4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tags" Target="../tags/tag72.xml"/><Relationship Id="rId2" Type="http://schemas.openxmlformats.org/officeDocument/2006/relationships/tags" Target="../tags/tag71.xml"/><Relationship Id="rId1" Type="http://schemas.openxmlformats.org/officeDocument/2006/relationships/tags" Target="../tags/tag70.xml"/><Relationship Id="rId4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tags" Target="../tags/tag75.xml"/><Relationship Id="rId2" Type="http://schemas.openxmlformats.org/officeDocument/2006/relationships/tags" Target="../tags/tag74.xml"/><Relationship Id="rId1" Type="http://schemas.openxmlformats.org/officeDocument/2006/relationships/tags" Target="../tags/tag73.xml"/><Relationship Id="rId4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tags" Target="../tags/tag78.xml"/><Relationship Id="rId2" Type="http://schemas.openxmlformats.org/officeDocument/2006/relationships/tags" Target="../tags/tag77.xml"/><Relationship Id="rId1" Type="http://schemas.openxmlformats.org/officeDocument/2006/relationships/tags" Target="../tags/tag76.xml"/><Relationship Id="rId4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빈화면">
  <p:cSld name="1_빈화면"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标题幻灯片" type="title">
  <p:cSld name="TITLE"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2" name="Google Shape;92;p35"/>
          <p:cNvCxnSpPr/>
          <p:nvPr/>
        </p:nvCxnSpPr>
        <p:spPr>
          <a:xfrm>
            <a:off x="506313" y="4213058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93" name="Google Shape;93;p35"/>
          <p:cNvSpPr txBox="1">
            <a:spLocks noGrp="1"/>
          </p:cNvSpPr>
          <p:nvPr>
            <p:ph type="ctrTitle"/>
          </p:nvPr>
        </p:nvSpPr>
        <p:spPr>
          <a:xfrm>
            <a:off x="375058" y="3822063"/>
            <a:ext cx="8326041" cy="962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35"/>
          <p:cNvSpPr txBox="1">
            <a:spLocks noGrp="1"/>
          </p:cNvSpPr>
          <p:nvPr>
            <p:ph type="subTitle" idx="1"/>
          </p:nvPr>
        </p:nvSpPr>
        <p:spPr>
          <a:xfrm>
            <a:off x="375058" y="3060382"/>
            <a:ext cx="8326041" cy="720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b" anchorCtr="0">
            <a:normAutofit/>
          </a:bodyPr>
          <a:lstStyle>
            <a:lvl1pPr lvl="0" algn="l">
              <a:spcBef>
                <a:spcPts val="480"/>
              </a:spcBef>
              <a:spcAft>
                <a:spcPts val="0"/>
              </a:spcAft>
              <a:buSzPts val="1680"/>
              <a:buNone/>
              <a:defRPr sz="2400">
                <a:solidFill>
                  <a:srgbClr val="44332A"/>
                </a:solidFill>
              </a:defRPr>
            </a:lvl1pPr>
            <a:lvl2pPr lvl="1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2pPr>
            <a:lvl3pPr lvl="2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3pPr>
            <a:lvl4pPr lvl="3" algn="ctr">
              <a:spcBef>
                <a:spcPts val="360"/>
              </a:spcBef>
              <a:spcAft>
                <a:spcPts val="0"/>
              </a:spcAft>
              <a:buSzPts val="1260"/>
              <a:buNone/>
              <a:defRPr/>
            </a:lvl4pPr>
            <a:lvl5pPr lvl="4" algn="ctr">
              <a:spcBef>
                <a:spcPts val="360"/>
              </a:spcBef>
              <a:spcAft>
                <a:spcPts val="0"/>
              </a:spcAft>
              <a:buSzPts val="1080"/>
              <a:buNone/>
              <a:defRPr/>
            </a:lvl5pPr>
            <a:lvl6pPr lvl="5" algn="ctr">
              <a:spcBef>
                <a:spcPts val="360"/>
              </a:spcBef>
              <a:spcAft>
                <a:spcPts val="0"/>
              </a:spcAft>
              <a:buSzPts val="1080"/>
              <a:buNone/>
              <a:defRPr/>
            </a:lvl6pPr>
            <a:lvl7pPr lvl="6" algn="ctr">
              <a:spcBef>
                <a:spcPts val="360"/>
              </a:spcBef>
              <a:spcAft>
                <a:spcPts val="0"/>
              </a:spcAft>
              <a:buSzPts val="1080"/>
              <a:buNone/>
              <a:defRPr/>
            </a:lvl7pPr>
            <a:lvl8pPr lvl="7" algn="ctr">
              <a:spcBef>
                <a:spcPts val="360"/>
              </a:spcBef>
              <a:spcAft>
                <a:spcPts val="0"/>
              </a:spcAft>
              <a:buSzPts val="1080"/>
              <a:buNone/>
              <a:defRPr/>
            </a:lvl8pPr>
            <a:lvl9pPr lvl="8" algn="ctr">
              <a:spcBef>
                <a:spcPts val="360"/>
              </a:spcBef>
              <a:spcAft>
                <a:spcPts val="0"/>
              </a:spcAft>
              <a:buSzPts val="108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35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35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7" name="Google Shape;97;p35"/>
          <p:cNvSpPr txBox="1">
            <a:spLocks noGrp="1"/>
          </p:cNvSpPr>
          <p:nvPr>
            <p:ph type="sldNum" idx="12"/>
          </p:nvPr>
        </p:nvSpPr>
        <p:spPr>
          <a:xfrm>
            <a:off x="8101024" y="5098238"/>
            <a:ext cx="747093" cy="194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节标题" type="secHead">
  <p:cSld name="SECTION_HEADER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9" name="Google Shape;109;p40"/>
          <p:cNvCxnSpPr/>
          <p:nvPr/>
        </p:nvCxnSpPr>
        <p:spPr>
          <a:xfrm>
            <a:off x="506313" y="2712871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10" name="Google Shape;110;p40"/>
          <p:cNvSpPr txBox="1">
            <a:spLocks noGrp="1"/>
          </p:cNvSpPr>
          <p:nvPr>
            <p:ph type="body" idx="1"/>
          </p:nvPr>
        </p:nvSpPr>
        <p:spPr>
          <a:xfrm>
            <a:off x="375058" y="1320176"/>
            <a:ext cx="8326041" cy="9601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b" anchorCtr="0">
            <a:normAutofit/>
          </a:bodyPr>
          <a:lstStyle>
            <a:lvl1pPr marL="457200" lvl="0" indent="-228600" algn="r">
              <a:spcBef>
                <a:spcPts val="400"/>
              </a:spcBef>
              <a:spcAft>
                <a:spcPts val="0"/>
              </a:spcAft>
              <a:buSzPts val="1400"/>
              <a:buNone/>
              <a:defRPr sz="2000">
                <a:solidFill>
                  <a:srgbClr val="DCD0B0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>
                <a:solidFill>
                  <a:schemeClr val="lt1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>
                <a:solidFill>
                  <a:schemeClr val="lt1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SzPts val="980"/>
              <a:buNone/>
              <a:defRPr sz="1400">
                <a:solidFill>
                  <a:schemeClr val="lt1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SzPts val="840"/>
              <a:buNone/>
              <a:defRPr sz="1400">
                <a:solidFill>
                  <a:schemeClr val="lt1"/>
                </a:solidFill>
              </a:defRPr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11" name="Google Shape;111;p40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40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40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  <p:sp>
        <p:nvSpPr>
          <p:cNvPr id="114" name="Google Shape;114;p40"/>
          <p:cNvSpPr txBox="1">
            <a:spLocks noGrp="1"/>
          </p:cNvSpPr>
          <p:nvPr>
            <p:ph type="title"/>
          </p:nvPr>
        </p:nvSpPr>
        <p:spPr>
          <a:xfrm>
            <a:off x="177666" y="2320830"/>
            <a:ext cx="8551069" cy="93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Libre Franklin Thin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两栏内容" type="twoObj">
  <p:cSld name="TWO_OBJECTS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41"/>
          <p:cNvSpPr txBox="1">
            <a:spLocks noGrp="1"/>
          </p:cNvSpPr>
          <p:nvPr>
            <p:ph type="title"/>
          </p:nvPr>
        </p:nvSpPr>
        <p:spPr>
          <a:xfrm>
            <a:off x="297047" y="360047"/>
            <a:ext cx="8551069" cy="66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7" name="Google Shape;117;p41"/>
          <p:cNvSpPr txBox="1">
            <a:spLocks noGrp="1"/>
          </p:cNvSpPr>
          <p:nvPr>
            <p:ph type="body" idx="1"/>
          </p:nvPr>
        </p:nvSpPr>
        <p:spPr>
          <a:xfrm>
            <a:off x="300037" y="1260158"/>
            <a:ext cx="4125516" cy="3720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53060" algn="l">
              <a:spcBef>
                <a:spcPts val="560"/>
              </a:spcBef>
              <a:spcAft>
                <a:spcPts val="0"/>
              </a:spcAft>
              <a:buSzPts val="1960"/>
              <a:buChar char="🞭"/>
              <a:defRPr sz="2800"/>
            </a:lvl1pPr>
            <a:lvl2pPr marL="914400" lvl="1" indent="-335280" algn="l">
              <a:spcBef>
                <a:spcPts val="480"/>
              </a:spcBef>
              <a:spcAft>
                <a:spcPts val="0"/>
              </a:spcAft>
              <a:buSzPts val="1680"/>
              <a:buChar char="🞤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🞫"/>
              <a:defRPr sz="2000"/>
            </a:lvl3pPr>
            <a:lvl4pPr marL="1828800" lvl="3" indent="-308610" algn="l">
              <a:spcBef>
                <a:spcPts val="360"/>
              </a:spcBef>
              <a:spcAft>
                <a:spcPts val="0"/>
              </a:spcAft>
              <a:buSzPts val="1260"/>
              <a:buChar char="🞲"/>
              <a:defRPr sz="1800"/>
            </a:lvl4pPr>
            <a:lvl5pPr marL="2286000" lvl="4" indent="-297179" algn="l">
              <a:spcBef>
                <a:spcPts val="360"/>
              </a:spcBef>
              <a:spcAft>
                <a:spcPts val="0"/>
              </a:spcAft>
              <a:buSzPts val="1080"/>
              <a:buChar char="🞩"/>
              <a:defRPr sz="18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18" name="Google Shape;118;p41"/>
          <p:cNvSpPr txBox="1">
            <a:spLocks noGrp="1"/>
          </p:cNvSpPr>
          <p:nvPr>
            <p:ph type="body" idx="2"/>
          </p:nvPr>
        </p:nvSpPr>
        <p:spPr>
          <a:xfrm>
            <a:off x="4575572" y="1260158"/>
            <a:ext cx="4275534" cy="3720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53060" algn="l">
              <a:spcBef>
                <a:spcPts val="560"/>
              </a:spcBef>
              <a:spcAft>
                <a:spcPts val="0"/>
              </a:spcAft>
              <a:buSzPts val="1960"/>
              <a:buChar char="🞭"/>
              <a:defRPr sz="2800"/>
            </a:lvl1pPr>
            <a:lvl2pPr marL="914400" lvl="1" indent="-335280" algn="l">
              <a:spcBef>
                <a:spcPts val="480"/>
              </a:spcBef>
              <a:spcAft>
                <a:spcPts val="0"/>
              </a:spcAft>
              <a:buSzPts val="1680"/>
              <a:buChar char="🞤"/>
              <a:defRPr sz="2400"/>
            </a:lvl2pPr>
            <a:lvl3pPr marL="1371600" lvl="2" indent="-317500" algn="l">
              <a:spcBef>
                <a:spcPts val="400"/>
              </a:spcBef>
              <a:spcAft>
                <a:spcPts val="0"/>
              </a:spcAft>
              <a:buSzPts val="1400"/>
              <a:buChar char="🞫"/>
              <a:defRPr sz="2000"/>
            </a:lvl3pPr>
            <a:lvl4pPr marL="1828800" lvl="3" indent="-308610" algn="l">
              <a:spcBef>
                <a:spcPts val="360"/>
              </a:spcBef>
              <a:spcAft>
                <a:spcPts val="0"/>
              </a:spcAft>
              <a:buSzPts val="1260"/>
              <a:buChar char="🞲"/>
              <a:defRPr sz="1800"/>
            </a:lvl4pPr>
            <a:lvl5pPr marL="2286000" lvl="4" indent="-297179" algn="l">
              <a:spcBef>
                <a:spcPts val="360"/>
              </a:spcBef>
              <a:spcAft>
                <a:spcPts val="0"/>
              </a:spcAft>
              <a:buSzPts val="1080"/>
              <a:buChar char="🞩"/>
              <a:defRPr sz="18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19" name="Google Shape;119;p41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41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1" name="Google Shape;121;p41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比较" type="twoTxTwoObj">
  <p:cSld name="TWO_OBJECTS_WITH_TEXT"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2"/>
          <p:cNvSpPr txBox="1">
            <a:spLocks noGrp="1"/>
          </p:cNvSpPr>
          <p:nvPr>
            <p:ph type="title"/>
          </p:nvPr>
        </p:nvSpPr>
        <p:spPr>
          <a:xfrm>
            <a:off x="300049" y="4260533"/>
            <a:ext cx="8476059" cy="6950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Libre Franklin Thin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4" name="Google Shape;124;p42"/>
          <p:cNvSpPr txBox="1">
            <a:spLocks noGrp="1"/>
          </p:cNvSpPr>
          <p:nvPr>
            <p:ph type="body" idx="1"/>
          </p:nvPr>
        </p:nvSpPr>
        <p:spPr>
          <a:xfrm>
            <a:off x="277046" y="525076"/>
            <a:ext cx="4223516" cy="50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0" cap="none">
                <a:solidFill>
                  <a:srgbClr val="AF7621"/>
                </a:solidFill>
                <a:latin typeface="Libre Franklin Thin"/>
                <a:ea typeface="Libre Franklin Thin"/>
                <a:cs typeface="Libre Franklin Thin"/>
                <a:sym typeface="Libre Franklin Thin"/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960"/>
              <a:buNone/>
              <a:defRPr sz="1600" b="1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25" name="Google Shape;125;p42"/>
          <p:cNvSpPr txBox="1">
            <a:spLocks noGrp="1"/>
          </p:cNvSpPr>
          <p:nvPr>
            <p:ph type="body" idx="2"/>
          </p:nvPr>
        </p:nvSpPr>
        <p:spPr>
          <a:xfrm>
            <a:off x="4572461" y="525076"/>
            <a:ext cx="4225175" cy="503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marL="457200" lvl="0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0" cap="none">
                <a:solidFill>
                  <a:srgbClr val="AF7621"/>
                </a:solidFill>
                <a:latin typeface="Libre Franklin Thin"/>
                <a:ea typeface="Libre Franklin Thin"/>
                <a:cs typeface="Libre Franklin Thin"/>
                <a:sym typeface="Libre Franklin Thin"/>
              </a:defRPr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14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26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12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960"/>
              <a:buNone/>
              <a:defRPr sz="1600" b="1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26" name="Google Shape;126;p42"/>
          <p:cNvSpPr txBox="1">
            <a:spLocks noGrp="1"/>
          </p:cNvSpPr>
          <p:nvPr>
            <p:ph type="body" idx="3"/>
          </p:nvPr>
        </p:nvSpPr>
        <p:spPr>
          <a:xfrm>
            <a:off x="277046" y="1036382"/>
            <a:ext cx="4223516" cy="3104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35280" algn="l">
              <a:spcBef>
                <a:spcPts val="480"/>
              </a:spcBef>
              <a:spcAft>
                <a:spcPts val="0"/>
              </a:spcAft>
              <a:buSzPts val="1680"/>
              <a:buChar char="🞭"/>
              <a:defRPr sz="2400"/>
            </a:lvl1pPr>
            <a:lvl2pPr marL="914400" lvl="1" indent="-317500" algn="l">
              <a:spcBef>
                <a:spcPts val="400"/>
              </a:spcBef>
              <a:spcAft>
                <a:spcPts val="0"/>
              </a:spcAft>
              <a:buSzPts val="1400"/>
              <a:buChar char="🞤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🞫"/>
              <a:defRPr sz="1800"/>
            </a:lvl3pPr>
            <a:lvl4pPr marL="1828800" lvl="3" indent="-299719" algn="l">
              <a:spcBef>
                <a:spcPts val="320"/>
              </a:spcBef>
              <a:spcAft>
                <a:spcPts val="0"/>
              </a:spcAft>
              <a:buSzPts val="1120"/>
              <a:buChar char="🞲"/>
              <a:defRPr sz="1600"/>
            </a:lvl4pPr>
            <a:lvl5pPr marL="2286000" lvl="4" indent="-289560" algn="l">
              <a:spcBef>
                <a:spcPts val="320"/>
              </a:spcBef>
              <a:spcAft>
                <a:spcPts val="0"/>
              </a:spcAft>
              <a:buSzPts val="960"/>
              <a:buChar char="🞩"/>
              <a:defRPr sz="16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27" name="Google Shape;127;p42"/>
          <p:cNvSpPr txBox="1">
            <a:spLocks noGrp="1"/>
          </p:cNvSpPr>
          <p:nvPr>
            <p:ph type="body" idx="4"/>
          </p:nvPr>
        </p:nvSpPr>
        <p:spPr>
          <a:xfrm>
            <a:off x="4576093" y="1036382"/>
            <a:ext cx="4221528" cy="31041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35280" algn="l">
              <a:spcBef>
                <a:spcPts val="480"/>
              </a:spcBef>
              <a:spcAft>
                <a:spcPts val="0"/>
              </a:spcAft>
              <a:buSzPts val="1680"/>
              <a:buChar char="🞭"/>
              <a:defRPr sz="2400"/>
            </a:lvl1pPr>
            <a:lvl2pPr marL="914400" lvl="1" indent="-317500" algn="l">
              <a:spcBef>
                <a:spcPts val="400"/>
              </a:spcBef>
              <a:spcAft>
                <a:spcPts val="0"/>
              </a:spcAft>
              <a:buSzPts val="1400"/>
              <a:buChar char="🞤"/>
              <a:defRPr sz="2000"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🞫"/>
              <a:defRPr sz="1800"/>
            </a:lvl3pPr>
            <a:lvl4pPr marL="1828800" lvl="3" indent="-299719" algn="l">
              <a:spcBef>
                <a:spcPts val="320"/>
              </a:spcBef>
              <a:spcAft>
                <a:spcPts val="0"/>
              </a:spcAft>
              <a:buSzPts val="1120"/>
              <a:buChar char="🞲"/>
              <a:defRPr sz="1600"/>
            </a:lvl4pPr>
            <a:lvl5pPr marL="2286000" lvl="4" indent="-289560" algn="l">
              <a:spcBef>
                <a:spcPts val="320"/>
              </a:spcBef>
              <a:spcAft>
                <a:spcPts val="0"/>
              </a:spcAft>
              <a:buSzPts val="960"/>
              <a:buChar char="🞩"/>
              <a:defRPr sz="16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28" name="Google Shape;128;p42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42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0" name="Google Shape;130;p42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4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  <p:cxnSp>
        <p:nvCxnSpPr>
          <p:cNvPr id="131" name="Google Shape;131;p42"/>
          <p:cNvCxnSpPr/>
          <p:nvPr/>
        </p:nvCxnSpPr>
        <p:spPr>
          <a:xfrm>
            <a:off x="506313" y="4740603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仅标题" type="titleOnly">
  <p:cSld name="TITLE_ONLY"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43"/>
          <p:cNvSpPr txBox="1">
            <a:spLocks noGrp="1"/>
          </p:cNvSpPr>
          <p:nvPr>
            <p:ph type="title"/>
          </p:nvPr>
        </p:nvSpPr>
        <p:spPr>
          <a:xfrm>
            <a:off x="297047" y="360047"/>
            <a:ext cx="8551069" cy="6624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4" name="Google Shape;134;p43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43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43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内容与标题" type="objTx">
  <p:cSld name="OBJECT_WITH_CAPTION_TEXT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8" name="Google Shape;138;p44"/>
          <p:cNvCxnSpPr/>
          <p:nvPr/>
        </p:nvCxnSpPr>
        <p:spPr>
          <a:xfrm>
            <a:off x="506313" y="4606190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39" name="Google Shape;139;p44"/>
          <p:cNvSpPr txBox="1">
            <a:spLocks noGrp="1"/>
          </p:cNvSpPr>
          <p:nvPr>
            <p:ph type="title"/>
          </p:nvPr>
        </p:nvSpPr>
        <p:spPr>
          <a:xfrm>
            <a:off x="450057" y="4320540"/>
            <a:ext cx="8326041" cy="4100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Libre Franklin Thin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44"/>
          <p:cNvSpPr txBox="1">
            <a:spLocks noGrp="1"/>
          </p:cNvSpPr>
          <p:nvPr>
            <p:ph type="body" idx="1"/>
          </p:nvPr>
        </p:nvSpPr>
        <p:spPr>
          <a:xfrm>
            <a:off x="450070" y="480061"/>
            <a:ext cx="2961308" cy="378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84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7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63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540"/>
              <a:buNone/>
              <a:defRPr sz="9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41" name="Google Shape;141;p44"/>
          <p:cNvSpPr txBox="1">
            <a:spLocks noGrp="1"/>
          </p:cNvSpPr>
          <p:nvPr>
            <p:ph type="body" idx="2"/>
          </p:nvPr>
        </p:nvSpPr>
        <p:spPr>
          <a:xfrm>
            <a:off x="3519201" y="480061"/>
            <a:ext cx="5256907" cy="3780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66395" algn="l">
              <a:spcBef>
                <a:spcPts val="620"/>
              </a:spcBef>
              <a:spcAft>
                <a:spcPts val="0"/>
              </a:spcAft>
              <a:buSzPts val="2170"/>
              <a:buChar char="🞭"/>
              <a:defRPr sz="3100"/>
            </a:lvl1pPr>
            <a:lvl2pPr marL="914400" lvl="1" indent="-353060" algn="l">
              <a:spcBef>
                <a:spcPts val="560"/>
              </a:spcBef>
              <a:spcAft>
                <a:spcPts val="0"/>
              </a:spcAft>
              <a:buSzPts val="1960"/>
              <a:buChar char="🞤"/>
              <a:defRPr sz="2800"/>
            </a:lvl2pPr>
            <a:lvl3pPr marL="1371600" lvl="2" indent="-335280" algn="l">
              <a:spcBef>
                <a:spcPts val="480"/>
              </a:spcBef>
              <a:spcAft>
                <a:spcPts val="0"/>
              </a:spcAft>
              <a:buSzPts val="1680"/>
              <a:buChar char="🞫"/>
              <a:defRPr sz="2400"/>
            </a:lvl3pPr>
            <a:lvl4pPr marL="1828800" lvl="3" indent="-317500" algn="l">
              <a:spcBef>
                <a:spcPts val="400"/>
              </a:spcBef>
              <a:spcAft>
                <a:spcPts val="0"/>
              </a:spcAft>
              <a:buSzPts val="1400"/>
              <a:buChar char="🞲"/>
              <a:defRPr sz="2000"/>
            </a:lvl4pPr>
            <a:lvl5pPr marL="2286000" lvl="4" indent="-304800" algn="l">
              <a:spcBef>
                <a:spcPts val="400"/>
              </a:spcBef>
              <a:spcAft>
                <a:spcPts val="0"/>
              </a:spcAft>
              <a:buSzPts val="1200"/>
              <a:buChar char="🞩"/>
              <a:defRPr sz="20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42" name="Google Shape;142;p44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3" name="Google Shape;143;p44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4" name="Google Shape;144;p44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图片与标题" type="picTx">
  <p:cSld name="PICTURE_WITH_CAPTION_TEXT"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5"/>
          <p:cNvSpPr>
            <a:spLocks noGrp="1"/>
          </p:cNvSpPr>
          <p:nvPr>
            <p:ph type="pic" idx="2"/>
          </p:nvPr>
        </p:nvSpPr>
        <p:spPr>
          <a:xfrm>
            <a:off x="3450431" y="485601"/>
            <a:ext cx="4950619" cy="288036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  <a:effectLst>
            <a:reflection stA="49000" endA="500" endPos="10000" dist="900" dir="5400000" sy="-90000" algn="bl" rotWithShape="0"/>
          </a:effectLst>
        </p:spPr>
        <p:txBody>
          <a:bodyPr spcFirstLastPara="1" wrap="square" lIns="89825" tIns="44900" rIns="89825" bIns="44900" anchor="t" anchorCtr="0">
            <a:normAutofit/>
          </a:bodyPr>
          <a:lstStyle>
            <a:lvl1pPr marR="0" lvl="0" algn="l" rtl="0">
              <a:spcBef>
                <a:spcPts val="620"/>
              </a:spcBef>
              <a:spcAft>
                <a:spcPts val="0"/>
              </a:spcAft>
              <a:buClr>
                <a:schemeClr val="accent1"/>
              </a:buClr>
              <a:buSzPts val="2170"/>
              <a:buFont typeface="Noto Sans Symbols"/>
              <a:buNone/>
              <a:defRPr sz="31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chemeClr val="accent1"/>
              </a:buClr>
              <a:buSzPts val="1960"/>
              <a:buFont typeface="Noto Sans Symbols"/>
              <a:buChar char="🞤"/>
              <a:defRPr sz="28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Char char="🞫"/>
              <a:defRPr sz="24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🞲"/>
              <a:defRPr sz="20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R="0" lvl="4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080"/>
              <a:buFont typeface="Noto Sans Symbols"/>
              <a:buChar char="🞩"/>
              <a:defRPr sz="18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R="0" lvl="5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080"/>
              <a:buFont typeface="Noto Sans Symbols"/>
              <a:buChar char="🞤"/>
              <a:defRPr sz="18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R="0" lvl="6" algn="l" rtl="0"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🞲"/>
              <a:defRPr sz="16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R="0" lvl="7" algn="l" rtl="0"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◆"/>
              <a:defRPr sz="16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R="0" lvl="8" algn="l" rtl="0">
              <a:spcBef>
                <a:spcPts val="280"/>
              </a:spcBef>
              <a:spcAft>
                <a:spcPts val="0"/>
              </a:spcAft>
              <a:buClr>
                <a:schemeClr val="accent1"/>
              </a:buClr>
              <a:buSzPts val="840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147" name="Google Shape;147;p45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45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45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  <p:sp>
        <p:nvSpPr>
          <p:cNvPr id="150" name="Google Shape;150;p45"/>
          <p:cNvSpPr txBox="1">
            <a:spLocks noGrp="1"/>
          </p:cNvSpPr>
          <p:nvPr>
            <p:ph type="title"/>
          </p:nvPr>
        </p:nvSpPr>
        <p:spPr>
          <a:xfrm>
            <a:off x="375047" y="3932587"/>
            <a:ext cx="5775722" cy="411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Libre Franklin Thin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1" name="Google Shape;151;p45"/>
          <p:cNvSpPr txBox="1">
            <a:spLocks noGrp="1"/>
          </p:cNvSpPr>
          <p:nvPr>
            <p:ph type="body" idx="1"/>
          </p:nvPr>
        </p:nvSpPr>
        <p:spPr>
          <a:xfrm>
            <a:off x="375047" y="4357420"/>
            <a:ext cx="5775722" cy="605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7800" tIns="0" rIns="89825" bIns="449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980"/>
              <a:buNone/>
              <a:defRPr sz="1400"/>
            </a:lvl1pPr>
            <a:lvl2pPr marL="914400" lvl="1" indent="-281940" algn="l">
              <a:spcBef>
                <a:spcPts val="240"/>
              </a:spcBef>
              <a:spcAft>
                <a:spcPts val="0"/>
              </a:spcAft>
              <a:buSzPts val="840"/>
              <a:buChar char="🞤"/>
              <a:defRPr sz="1200"/>
            </a:lvl2pPr>
            <a:lvl3pPr marL="1371600" lvl="2" indent="-273050" algn="l">
              <a:spcBef>
                <a:spcPts val="200"/>
              </a:spcBef>
              <a:spcAft>
                <a:spcPts val="0"/>
              </a:spcAft>
              <a:buSzPts val="700"/>
              <a:buChar char="🞫"/>
              <a:defRPr sz="1000"/>
            </a:lvl3pPr>
            <a:lvl4pPr marL="1828800" lvl="3" indent="-268605" algn="l">
              <a:spcBef>
                <a:spcPts val="180"/>
              </a:spcBef>
              <a:spcAft>
                <a:spcPts val="0"/>
              </a:spcAft>
              <a:buSzPts val="630"/>
              <a:buChar char="🞲"/>
              <a:defRPr sz="900"/>
            </a:lvl4pPr>
            <a:lvl5pPr marL="2286000" lvl="4" indent="-262889" algn="l">
              <a:spcBef>
                <a:spcPts val="180"/>
              </a:spcBef>
              <a:spcAft>
                <a:spcPts val="0"/>
              </a:spcAft>
              <a:buSzPts val="540"/>
              <a:buChar char="🞩"/>
              <a:defRPr sz="900"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标题和竖排文字" type="vertTx">
  <p:cSld name="VERTICAL_TEXT"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6"/>
          <p:cNvSpPr txBox="1">
            <a:spLocks noGrp="1"/>
          </p:cNvSpPr>
          <p:nvPr>
            <p:ph type="title"/>
          </p:nvPr>
        </p:nvSpPr>
        <p:spPr>
          <a:xfrm>
            <a:off x="300037" y="360045"/>
            <a:ext cx="8551069" cy="66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46"/>
          <p:cNvSpPr txBox="1">
            <a:spLocks noGrp="1"/>
          </p:cNvSpPr>
          <p:nvPr>
            <p:ph type="body" idx="1"/>
          </p:nvPr>
        </p:nvSpPr>
        <p:spPr>
          <a:xfrm rot="5400000">
            <a:off x="2793474" y="-1269533"/>
            <a:ext cx="3564195" cy="85510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08610" algn="l">
              <a:spcBef>
                <a:spcPts val="360"/>
              </a:spcBef>
              <a:spcAft>
                <a:spcPts val="0"/>
              </a:spcAft>
              <a:buSzPts val="1260"/>
              <a:buChar char="🞭"/>
              <a:defRPr/>
            </a:lvl1pPr>
            <a:lvl2pPr marL="914400" lvl="1" indent="-308610" algn="l">
              <a:spcBef>
                <a:spcPts val="360"/>
              </a:spcBef>
              <a:spcAft>
                <a:spcPts val="0"/>
              </a:spcAft>
              <a:buSzPts val="1260"/>
              <a:buChar char="🞤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🞫"/>
              <a:defRPr/>
            </a:lvl3pPr>
            <a:lvl4pPr marL="1828800" lvl="3" indent="-308610" algn="l">
              <a:spcBef>
                <a:spcPts val="360"/>
              </a:spcBef>
              <a:spcAft>
                <a:spcPts val="0"/>
              </a:spcAft>
              <a:buSzPts val="1260"/>
              <a:buChar char="🞲"/>
              <a:defRPr/>
            </a:lvl4pPr>
            <a:lvl5pPr marL="2286000" lvl="4" indent="-297179" algn="l">
              <a:spcBef>
                <a:spcPts val="360"/>
              </a:spcBef>
              <a:spcAft>
                <a:spcPts val="0"/>
              </a:spcAft>
              <a:buSzPts val="1080"/>
              <a:buChar char="🞩"/>
              <a:defRPr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55" name="Google Shape;155;p46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6" name="Google Shape;156;p46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46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垂直排列标题与文本" type="vertTitleAndTx">
  <p:cSld name="VERTICAL_TITLE_AND_VERTICAL_TEX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47"/>
          <p:cNvSpPr txBox="1">
            <a:spLocks noGrp="1"/>
          </p:cNvSpPr>
          <p:nvPr>
            <p:ph type="title"/>
          </p:nvPr>
        </p:nvSpPr>
        <p:spPr>
          <a:xfrm rot="5400000">
            <a:off x="5346929" y="1836485"/>
            <a:ext cx="4608077" cy="1800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47"/>
          <p:cNvSpPr txBox="1">
            <a:spLocks noGrp="1"/>
          </p:cNvSpPr>
          <p:nvPr>
            <p:ph type="body" idx="1"/>
          </p:nvPr>
        </p:nvSpPr>
        <p:spPr>
          <a:xfrm rot="5400000">
            <a:off x="1221403" y="-338787"/>
            <a:ext cx="4608077" cy="61507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lvl="0" indent="-308610" algn="l">
              <a:spcBef>
                <a:spcPts val="360"/>
              </a:spcBef>
              <a:spcAft>
                <a:spcPts val="0"/>
              </a:spcAft>
              <a:buSzPts val="1260"/>
              <a:buChar char="🞭"/>
              <a:defRPr/>
            </a:lvl1pPr>
            <a:lvl2pPr marL="914400" lvl="1" indent="-308610" algn="l">
              <a:spcBef>
                <a:spcPts val="360"/>
              </a:spcBef>
              <a:spcAft>
                <a:spcPts val="0"/>
              </a:spcAft>
              <a:buSzPts val="1260"/>
              <a:buChar char="🞤"/>
              <a:defRPr/>
            </a:lvl2pPr>
            <a:lvl3pPr marL="1371600" lvl="2" indent="-308610" algn="l">
              <a:spcBef>
                <a:spcPts val="360"/>
              </a:spcBef>
              <a:spcAft>
                <a:spcPts val="0"/>
              </a:spcAft>
              <a:buSzPts val="1260"/>
              <a:buChar char="🞫"/>
              <a:defRPr/>
            </a:lvl3pPr>
            <a:lvl4pPr marL="1828800" lvl="3" indent="-308610" algn="l">
              <a:spcBef>
                <a:spcPts val="360"/>
              </a:spcBef>
              <a:spcAft>
                <a:spcPts val="0"/>
              </a:spcAft>
              <a:buSzPts val="1260"/>
              <a:buChar char="🞲"/>
              <a:defRPr/>
            </a:lvl4pPr>
            <a:lvl5pPr marL="2286000" lvl="4" indent="-297179" algn="l">
              <a:spcBef>
                <a:spcPts val="360"/>
              </a:spcBef>
              <a:spcAft>
                <a:spcPts val="0"/>
              </a:spcAft>
              <a:buSzPts val="1080"/>
              <a:buChar char="🞩"/>
              <a:defRPr/>
            </a:lvl5pPr>
            <a:lvl6pPr marL="2743200" lvl="5" indent="-297179" algn="l">
              <a:spcBef>
                <a:spcPts val="360"/>
              </a:spcBef>
              <a:spcAft>
                <a:spcPts val="0"/>
              </a:spcAft>
              <a:buSzPts val="1080"/>
              <a:buChar char="🞤"/>
              <a:defRPr/>
            </a:lvl6pPr>
            <a:lvl7pPr marL="3200400" lvl="6" indent="-297179" algn="l">
              <a:spcBef>
                <a:spcPts val="360"/>
              </a:spcBef>
              <a:spcAft>
                <a:spcPts val="0"/>
              </a:spcAft>
              <a:buSzPts val="1080"/>
              <a:buChar char="🞲"/>
              <a:defRPr/>
            </a:lvl7pPr>
            <a:lvl8pPr marL="3657600" lvl="7" indent="-297179" algn="l">
              <a:spcBef>
                <a:spcPts val="360"/>
              </a:spcBef>
              <a:spcAft>
                <a:spcPts val="0"/>
              </a:spcAft>
              <a:buSzPts val="1080"/>
              <a:buChar char="◆"/>
              <a:defRPr/>
            </a:lvl8pPr>
            <a:lvl9pPr marL="4114800" lvl="8" indent="-297179" algn="l">
              <a:spcBef>
                <a:spcPts val="360"/>
              </a:spcBef>
              <a:spcAft>
                <a:spcPts val="0"/>
              </a:spcAft>
              <a:buSzPts val="1080"/>
              <a:buChar char="◼"/>
              <a:defRPr/>
            </a:lvl9pPr>
          </a:lstStyle>
          <a:p>
            <a:endParaRPr/>
          </a:p>
        </p:txBody>
      </p:sp>
      <p:sp>
        <p:nvSpPr>
          <p:cNvPr id="161" name="Google Shape;161;p47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47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47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빈화면">
  <p:cSld name="2_빈화면"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blipFill dpi="0" rotWithShape="0"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610" name="Rectangle 2">
            <a:extLst>
              <a:ext uri="{FF2B5EF4-FFF2-40B4-BE49-F238E27FC236}">
                <a16:creationId xmlns:a16="http://schemas.microsoft.com/office/drawing/2014/main" id="{D00C5B60-CEFD-1342-99D9-B049DCFFF640}"/>
              </a:ext>
            </a:extLst>
          </p:cNvPr>
          <p:cNvSpPr>
            <a:spLocks noGrp="1" noRot="1" noChangeArrowheads="1"/>
          </p:cNvSpPr>
          <p:nvPr>
            <p:ph type="ctrTitle"/>
          </p:nvPr>
        </p:nvSpPr>
        <p:spPr>
          <a:xfrm>
            <a:off x="3900487" y="840105"/>
            <a:ext cx="4575572" cy="156019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964611" name="Rectangle 3">
            <a:extLst>
              <a:ext uri="{FF2B5EF4-FFF2-40B4-BE49-F238E27FC236}">
                <a16:creationId xmlns:a16="http://schemas.microsoft.com/office/drawing/2014/main" id="{0116CA09-4C53-6A44-9238-DE477A812C86}"/>
              </a:ext>
            </a:extLst>
          </p:cNvPr>
          <p:cNvSpPr>
            <a:spLocks noGrp="1" noRot="1" noChangeArrowheads="1"/>
          </p:cNvSpPr>
          <p:nvPr>
            <p:ph type="subTitle" idx="1"/>
          </p:nvPr>
        </p:nvSpPr>
        <p:spPr>
          <a:xfrm>
            <a:off x="3900487" y="2880360"/>
            <a:ext cx="4500563" cy="1320165"/>
          </a:xfrm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964612" name="Rectangle 4">
            <a:extLst>
              <a:ext uri="{FF2B5EF4-FFF2-40B4-BE49-F238E27FC236}">
                <a16:creationId xmlns:a16="http://schemas.microsoft.com/office/drawing/2014/main" id="{0402540A-CEB8-3541-8920-8F969658AB3D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>
          <a:xfrm>
            <a:off x="296912" y="4785598"/>
            <a:ext cx="2253407" cy="375047"/>
          </a:xfrm>
        </p:spPr>
        <p:txBody>
          <a:bodyPr/>
          <a:lstStyle>
            <a:lvl1pPr>
              <a:defRPr/>
            </a:lvl1pPr>
          </a:lstStyle>
          <a:p>
            <a:fld id="{BB6A3C5F-F1B6-DF46-BE49-FDED399700E0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964613" name="Rectangle 5">
            <a:extLst>
              <a:ext uri="{FF2B5EF4-FFF2-40B4-BE49-F238E27FC236}">
                <a16:creationId xmlns:a16="http://schemas.microsoft.com/office/drawing/2014/main" id="{98D71828-8E3C-7041-995F-C7145F388DDD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3075385" y="4785598"/>
            <a:ext cx="2850356" cy="375047"/>
          </a:xfrm>
        </p:spPr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64614" name="Rectangle 6">
            <a:extLst>
              <a:ext uri="{FF2B5EF4-FFF2-40B4-BE49-F238E27FC236}">
                <a16:creationId xmlns:a16="http://schemas.microsoft.com/office/drawing/2014/main" id="{EE06C9B8-479B-7A4F-AFA6-B1E420B44987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6450807" y="4785598"/>
            <a:ext cx="2253407" cy="375047"/>
          </a:xfrm>
        </p:spPr>
        <p:txBody>
          <a:bodyPr/>
          <a:lstStyle>
            <a:lvl1pPr>
              <a:defRPr/>
            </a:lvl1pPr>
          </a:lstStyle>
          <a:p>
            <a:fld id="{737B5EE0-6E23-DB41-B465-536352130C14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26890507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CB5D01E-7972-C64F-973C-899F95426E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59F23F9-2069-9147-9C03-E001B575F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DC1DD62-1766-5C42-8FAF-10D5DE7A6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C662919-9AF0-0747-A320-5CBFC5CDA1FD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DD99B39-7F7B-334F-B26D-79E66B027C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271163B-E9F5-7B4D-9C4D-0A57618C04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0DB07AB-0F82-6949-B36B-82F80CEF40AE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66605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89AA492-6479-9044-AB23-44371224F7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140" y="1346419"/>
            <a:ext cx="7763470" cy="2246530"/>
          </a:xfrm>
        </p:spPr>
        <p:txBody>
          <a:bodyPr anchor="b"/>
          <a:lstStyle>
            <a:lvl1pPr>
              <a:defRPr sz="4725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D28F64D-5262-0E4E-8616-58DBAE58EA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4140" y="3614203"/>
            <a:ext cx="7763470" cy="1181397"/>
          </a:xfrm>
        </p:spPr>
        <p:txBody>
          <a:bodyPr/>
          <a:lstStyle>
            <a:lvl1pPr marL="0" indent="0">
              <a:buNone/>
              <a:defRPr sz="1890"/>
            </a:lvl1pPr>
            <a:lvl2pPr marL="360045" indent="0">
              <a:buNone/>
              <a:defRPr sz="1575"/>
            </a:lvl2pPr>
            <a:lvl3pPr marL="720090" indent="0">
              <a:buNone/>
              <a:defRPr sz="1418"/>
            </a:lvl3pPr>
            <a:lvl4pPr marL="1080135" indent="0">
              <a:buNone/>
              <a:defRPr sz="1260"/>
            </a:lvl4pPr>
            <a:lvl5pPr marL="1440180" indent="0">
              <a:buNone/>
              <a:defRPr sz="1260"/>
            </a:lvl5pPr>
            <a:lvl6pPr marL="1800225" indent="0">
              <a:buNone/>
              <a:defRPr sz="1260"/>
            </a:lvl6pPr>
            <a:lvl7pPr marL="2160270" indent="0">
              <a:buNone/>
              <a:defRPr sz="1260"/>
            </a:lvl7pPr>
            <a:lvl8pPr marL="2520315" indent="0">
              <a:buNone/>
              <a:defRPr sz="1260"/>
            </a:lvl8pPr>
            <a:lvl9pPr marL="2880360" indent="0">
              <a:buNone/>
              <a:defRPr sz="126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EC15EB2-DFD2-0E44-82C3-292FDF61D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B28FD31-C6CD-364F-A21C-F1ADF9495AE1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32F6D1-1D85-7344-A211-8DF25CE58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D052C96-9218-574B-BBAB-5CCEC9F92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00363A1-84E5-EE4D-9A7E-E094EBADC92E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70480615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C172F1-D051-0447-ADFD-139185ADE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D0062FB-A29F-5C4A-8ED1-F79B626BA01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00038" y="1560195"/>
            <a:ext cx="4128641" cy="30603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5D39533-FBEC-584D-B8F5-084ED89501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78698" y="1560195"/>
            <a:ext cx="4128641" cy="306038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E47C739-F306-7D4B-86F4-9F25591582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343E628-2381-FA46-AFDB-BA1F273597FB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425564C-8D01-F545-991B-76198A954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3E00BF8-2241-954F-BE48-9CFCADDE8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985B92F-2ED0-354E-B2D8-9802181FB449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278885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DADBD3D-095C-F343-804F-ACEA218A7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1" y="287536"/>
            <a:ext cx="7763470" cy="1043881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EA9BB4A7-8E14-2D45-AF97-0BCFD7A554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0391" y="1323916"/>
            <a:ext cx="3808288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A1BE21A5-E4F0-8D40-8B3D-178204046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391" y="1972747"/>
            <a:ext cx="3808288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CAECF6C-4137-4140-9393-992AED6EC6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556820" y="1323916"/>
            <a:ext cx="3827041" cy="648831"/>
          </a:xfrm>
        </p:spPr>
        <p:txBody>
          <a:bodyPr anchor="b"/>
          <a:lstStyle>
            <a:lvl1pPr marL="0" indent="0">
              <a:buNone/>
              <a:defRPr sz="1890" b="1"/>
            </a:lvl1pPr>
            <a:lvl2pPr marL="360045" indent="0">
              <a:buNone/>
              <a:defRPr sz="1575" b="1"/>
            </a:lvl2pPr>
            <a:lvl3pPr marL="720090" indent="0">
              <a:buNone/>
              <a:defRPr sz="1418" b="1"/>
            </a:lvl3pPr>
            <a:lvl4pPr marL="1080135" indent="0">
              <a:buNone/>
              <a:defRPr sz="1260" b="1"/>
            </a:lvl4pPr>
            <a:lvl5pPr marL="1440180" indent="0">
              <a:buNone/>
              <a:defRPr sz="1260" b="1"/>
            </a:lvl5pPr>
            <a:lvl6pPr marL="1800225" indent="0">
              <a:buNone/>
              <a:defRPr sz="1260" b="1"/>
            </a:lvl6pPr>
            <a:lvl7pPr marL="2160270" indent="0">
              <a:buNone/>
              <a:defRPr sz="1260" b="1"/>
            </a:lvl7pPr>
            <a:lvl8pPr marL="2520315" indent="0">
              <a:buNone/>
              <a:defRPr sz="1260" b="1"/>
            </a:lvl8pPr>
            <a:lvl9pPr marL="2880360" indent="0">
              <a:buNone/>
              <a:defRPr sz="126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76C2AF6-B961-B944-AFD8-95C21165A2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56820" y="1972747"/>
            <a:ext cx="3827041" cy="290161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FD350FE-1288-CD4E-9BFB-3F8FCFBBA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5F4F18D2-8672-DE41-B560-FFAABCFC72A5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8414CF2-E516-DE49-B429-8EE908D1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5447F37-B451-164E-9548-57AA6CB89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29203-C563-584F-A70D-E6704CE98D33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260472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CE15BD-DC7B-9243-8E91-D03C0BB9E4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70544E10-49FB-D84C-9646-B732DD8D6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11AD5F9-D9E5-1940-838A-235060C70C82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DAD62745-8FEF-8049-93E9-B432819155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C9CF4587-F4CA-3048-A896-484525AE94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806FA3DF-92D3-D940-8353-992820A828FF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033537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6779491B-2C1D-0247-8775-B1AB0E8BC6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BD8ED75C-281E-464D-8E5C-B57F376B3A7E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DC1A0F63-97D5-C444-AFBF-A47C3A2499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3D2F206-CA11-504F-9CC0-D7B62206F4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10F0FF7-6D1D-EF4E-A7B0-9CB648012F5B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596639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0B3002D-E10D-E041-805E-B2FCC0CF23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1" y="360045"/>
            <a:ext cx="2903488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2B10483-B7C8-9044-8ACE-ED2B6B95CA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27041" y="777597"/>
            <a:ext cx="4556820" cy="3837980"/>
          </a:xfrm>
        </p:spPr>
        <p:txBody>
          <a:bodyPr/>
          <a:lstStyle>
            <a:lvl1pPr>
              <a:defRPr sz="2520"/>
            </a:lvl1pPr>
            <a:lvl2pPr>
              <a:defRPr sz="2205"/>
            </a:lvl2pPr>
            <a:lvl3pPr>
              <a:defRPr sz="1890"/>
            </a:lvl3pPr>
            <a:lvl4pPr>
              <a:defRPr sz="1575"/>
            </a:lvl4pPr>
            <a:lvl5pPr>
              <a:defRPr sz="1575"/>
            </a:lvl5pPr>
            <a:lvl6pPr>
              <a:defRPr sz="1575"/>
            </a:lvl6pPr>
            <a:lvl7pPr>
              <a:defRPr sz="1575"/>
            </a:lvl7pPr>
            <a:lvl8pPr>
              <a:defRPr sz="1575"/>
            </a:lvl8pPr>
            <a:lvl9pPr>
              <a:defRPr sz="1575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360390B-F578-E447-B08E-7F2BEAAD6C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391" y="1620202"/>
            <a:ext cx="2903488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117ED23-CDF1-604D-8192-B20625AD69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497453CD-511C-6C4F-8840-E51D45C6259C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95C6F03-96CD-7D42-BFEB-0C7AF97025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D616487-152C-7340-A9D2-5982F9CD05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825F22D-E623-A543-ACEF-A43E2A7B8B76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03214012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9C9B139-BC5C-3E4B-B154-F49A2A151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391" y="360045"/>
            <a:ext cx="2903488" cy="1260158"/>
          </a:xfrm>
        </p:spPr>
        <p:txBody>
          <a:bodyPr anchor="b"/>
          <a:lstStyle>
            <a:lvl1pPr>
              <a:defRPr sz="252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C31A2619-3D83-7D4D-A1BD-411A5F4CBE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27041" y="777597"/>
            <a:ext cx="4556820" cy="3837980"/>
          </a:xfrm>
        </p:spPr>
        <p:txBody>
          <a:bodyPr/>
          <a:lstStyle>
            <a:lvl1pPr marL="0" indent="0">
              <a:buNone/>
              <a:defRPr sz="2520"/>
            </a:lvl1pPr>
            <a:lvl2pPr marL="360045" indent="0">
              <a:buNone/>
              <a:defRPr sz="2205"/>
            </a:lvl2pPr>
            <a:lvl3pPr marL="720090" indent="0">
              <a:buNone/>
              <a:defRPr sz="1890"/>
            </a:lvl3pPr>
            <a:lvl4pPr marL="1080135" indent="0">
              <a:buNone/>
              <a:defRPr sz="1575"/>
            </a:lvl4pPr>
            <a:lvl5pPr marL="1440180" indent="0">
              <a:buNone/>
              <a:defRPr sz="1575"/>
            </a:lvl5pPr>
            <a:lvl6pPr marL="1800225" indent="0">
              <a:buNone/>
              <a:defRPr sz="1575"/>
            </a:lvl6pPr>
            <a:lvl7pPr marL="2160270" indent="0">
              <a:buNone/>
              <a:defRPr sz="1575"/>
            </a:lvl7pPr>
            <a:lvl8pPr marL="2520315" indent="0">
              <a:buNone/>
              <a:defRPr sz="1575"/>
            </a:lvl8pPr>
            <a:lvl9pPr marL="2880360" indent="0">
              <a:buNone/>
              <a:defRPr sz="1575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BFEB536-224F-C24C-9E26-E122DB6E3D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20391" y="1620202"/>
            <a:ext cx="2903488" cy="3001626"/>
          </a:xfrm>
        </p:spPr>
        <p:txBody>
          <a:bodyPr/>
          <a:lstStyle>
            <a:lvl1pPr marL="0" indent="0">
              <a:buNone/>
              <a:defRPr sz="1260"/>
            </a:lvl1pPr>
            <a:lvl2pPr marL="360045" indent="0">
              <a:buNone/>
              <a:defRPr sz="1103"/>
            </a:lvl2pPr>
            <a:lvl3pPr marL="720090" indent="0">
              <a:buNone/>
              <a:defRPr sz="945"/>
            </a:lvl3pPr>
            <a:lvl4pPr marL="1080135" indent="0">
              <a:buNone/>
              <a:defRPr sz="788"/>
            </a:lvl4pPr>
            <a:lvl5pPr marL="1440180" indent="0">
              <a:buNone/>
              <a:defRPr sz="788"/>
            </a:lvl5pPr>
            <a:lvl6pPr marL="1800225" indent="0">
              <a:buNone/>
              <a:defRPr sz="788"/>
            </a:lvl6pPr>
            <a:lvl7pPr marL="2160270" indent="0">
              <a:buNone/>
              <a:defRPr sz="788"/>
            </a:lvl7pPr>
            <a:lvl8pPr marL="2520315" indent="0">
              <a:buNone/>
              <a:defRPr sz="788"/>
            </a:lvl8pPr>
            <a:lvl9pPr marL="2880360" indent="0">
              <a:buNone/>
              <a:defRPr sz="78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18BB235A-97EF-D045-ADFA-CA8BB69C60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36913385-42CF-174F-A1C5-03E87F1E8033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B344B76-8868-5F42-A5A8-2A5B3017F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71D9F8C-F683-9C4A-9475-0DCDA5A67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CDB3D7D6-65DE-794E-A3AE-ECE853EC4569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1721123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0FD1220-C416-5446-9589-084E79BFD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4A30BA26-E5F5-6143-ABC1-3FF2755013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3F15A-DD91-4D47-814D-409DD5DA4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A3772A3-59E0-5841-86D3-0A4E606D7052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E15FD17-5052-8F42-A275-B58848DC47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2D8522-0FFA-5B4C-AED2-1A42C705E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F7F3F4C-D1F8-8D47-8CFE-A7A44D27275A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810992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7558E4C2-F737-8148-AD15-B034920C05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605514" y="540068"/>
            <a:ext cx="2101825" cy="408051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8097D79-9053-3B4D-9473-649E10879E9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96912" y="540068"/>
            <a:ext cx="6158583" cy="408051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492F3D-F14D-6346-8360-A4668B5466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ACF97502-AF0D-9043-9E45-27096372113A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51EC44A-6AC6-D640-B51B-99E12BE688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zh-CN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1AE2727-4C24-4347-87C2-7AFDD7630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152197C-AF4C-FA49-8EB2-800427787F8F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55163595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494562" y="2038272"/>
            <a:ext cx="8012003" cy="708094"/>
          </a:xfrm>
        </p:spPr>
        <p:txBody>
          <a:bodyPr rIns="25400" anchor="t">
            <a:noAutofit/>
          </a:bodyPr>
          <a:lstStyle>
            <a:lvl1pPr algn="ctr">
              <a:defRPr sz="3987" b="0" spc="443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noProof="1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494562" y="2808351"/>
            <a:ext cx="8012003" cy="748900"/>
          </a:xfrm>
        </p:spPr>
        <p:txBody>
          <a:bodyPr tIns="38100" rIns="76200" bIns="3810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772" u="none" strike="noStrike" kern="1200" cap="none" spc="148" normalizeH="0" baseline="0">
                <a:solidFill>
                  <a:schemeClr val="tx1"/>
                </a:solidFill>
                <a:uFillTx/>
              </a:defRPr>
            </a:lvl1pPr>
            <a:lvl2pPr marL="337551" indent="0" algn="ctr">
              <a:buNone/>
              <a:defRPr sz="1477"/>
            </a:lvl2pPr>
            <a:lvl3pPr marL="675102" indent="0" algn="ctr">
              <a:buNone/>
              <a:defRPr sz="1329"/>
            </a:lvl3pPr>
            <a:lvl4pPr marL="1012652" indent="0" algn="ctr">
              <a:buNone/>
              <a:defRPr sz="1181"/>
            </a:lvl4pPr>
            <a:lvl5pPr marL="1350203" indent="0" algn="ctr">
              <a:buNone/>
              <a:defRPr sz="1181"/>
            </a:lvl5pPr>
            <a:lvl6pPr marL="1687754" indent="0" algn="ctr">
              <a:buNone/>
              <a:defRPr sz="1181"/>
            </a:lvl6pPr>
            <a:lvl7pPr marL="2025305" indent="0" algn="ctr">
              <a:buNone/>
              <a:defRPr sz="1181"/>
            </a:lvl7pPr>
            <a:lvl8pPr marL="2362855" indent="0" algn="ctr">
              <a:buNone/>
              <a:defRPr sz="1181"/>
            </a:lvl8pPr>
            <a:lvl9pPr marL="2700406" indent="0" algn="ctr">
              <a:buNone/>
              <a:defRPr sz="1181"/>
            </a:lvl9pPr>
          </a:lstStyle>
          <a:p>
            <a:r>
              <a:rPr lang="zh-CN" altLang="en-US" noProof="1"/>
              <a:t>单击此处编辑副标题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39A194E-0793-F9B9-614B-7EBBE86DF85D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B02C864-C19E-D301-365C-5B4DB371707B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386EFE5-FC27-3AE8-ECED-9A9228684AA4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5BC1F1C5-07D0-234F-A4B3-5423336196AD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435436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62" y="340200"/>
            <a:ext cx="8012003" cy="510300"/>
          </a:xfrm>
        </p:spPr>
        <p:txBody>
          <a:bodyPr rtlCol="0">
            <a:noAutofit/>
          </a:bodyPr>
          <a:lstStyle>
            <a:lvl1pPr marL="0" marR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4562" y="1020600"/>
            <a:ext cx="8012003" cy="3970067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A58C26E-CA31-2789-1100-D052F14728D8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19EF974-B3A6-5F18-726E-98B3C123C048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DB08824-E27C-7D37-A2F0-9833D78ADB5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7560B99E-464D-6249-820E-93721F4FC904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9757957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97" y="2999375"/>
            <a:ext cx="8012003" cy="492065"/>
          </a:xfrm>
        </p:spPr>
        <p:txBody>
          <a:bodyPr rIns="63500" anchor="t">
            <a:noAutofit/>
          </a:bodyPr>
          <a:lstStyle>
            <a:lvl1pPr>
              <a:defRPr sz="2658" b="0" u="none" strike="noStrike" kern="1200" cap="none" spc="221" normalizeH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94593" y="3552945"/>
            <a:ext cx="8012003" cy="848913"/>
          </a:xfrm>
        </p:spPr>
        <p:txBody>
          <a:bodyPr tIns="38100" rIns="76200" bIns="38100">
            <a:noAutofit/>
          </a:bodyPr>
          <a:lstStyle>
            <a:lvl1pPr marL="0" indent="0" eaLnBrk="1" fontAlgn="auto" latinLnBrk="0" hangingPunct="1">
              <a:buNone/>
              <a:defRPr kumimoji="0" lang="zh-CN" altLang="en-US" sz="1181" b="0" i="0" u="none" strike="noStrike" kern="1200" cap="none" spc="111" normalizeH="0" baseline="0" noProof="1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337551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2pPr>
            <a:lvl3pPr marL="675102" indent="0">
              <a:buNone/>
              <a:defRPr sz="1329">
                <a:solidFill>
                  <a:schemeClr val="tx1">
                    <a:tint val="75000"/>
                  </a:schemeClr>
                </a:solidFill>
              </a:defRPr>
            </a:lvl3pPr>
            <a:lvl4pPr marL="1012652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4pPr>
            <a:lvl5pPr marL="1350203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5pPr>
            <a:lvl6pPr marL="1687754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6pPr>
            <a:lvl7pPr marL="2025305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7pPr>
            <a:lvl8pPr marL="2362855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8pPr>
            <a:lvl9pPr marL="2700406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1D85AC6-1778-3CF8-DC97-28F416790D28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0FF3D1-DE14-B070-1201-F9090BA7F3D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9211916-C051-E761-FF7C-219E630D3632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73E3DC11-973D-D54C-AC3B-C1960B0C8CDB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706537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62" y="340200"/>
            <a:ext cx="8012003" cy="510300"/>
          </a:xfrm>
        </p:spPr>
        <p:txBody>
          <a:bodyPr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94597" y="1020600"/>
            <a:ext cx="3900519" cy="3969000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06046" y="1020600"/>
            <a:ext cx="3900519" cy="3969000"/>
          </a:xfrm>
        </p:spPr>
        <p:txBody>
          <a:bodyPr>
            <a:noAutofit/>
          </a:bodyPr>
          <a:lstStyle>
            <a:lvl1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1027D6F7-3C05-13D0-4803-81C43B50D216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8567D341-5A8D-DEB4-C687-68F1A4E6D327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A87A2DFD-5540-725C-3AC7-B443C142D283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163CC5B1-D51F-9745-9518-DE10B1DFD8C0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983069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62" y="340200"/>
            <a:ext cx="8012003" cy="510300"/>
          </a:xfrm>
        </p:spPr>
        <p:txBody>
          <a:bodyPr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94597" y="1020600"/>
            <a:ext cx="3900519" cy="300040"/>
          </a:xfrm>
        </p:spPr>
        <p:txBody>
          <a:bodyPr tIns="38100" rIns="76200" bIns="3810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1477" b="1" u="none" strike="noStrike" kern="1200" cap="none" spc="148" normalizeH="0" baseline="0">
                <a:solidFill>
                  <a:schemeClr val="tx1"/>
                </a:solidFill>
                <a:uFillTx/>
              </a:defRPr>
            </a:lvl1pPr>
            <a:lvl2pPr marL="337551" indent="0">
              <a:buNone/>
              <a:defRPr sz="1477" b="1"/>
            </a:lvl2pPr>
            <a:lvl3pPr marL="675102" indent="0">
              <a:buNone/>
              <a:defRPr sz="1329" b="1"/>
            </a:lvl3pPr>
            <a:lvl4pPr marL="1012652" indent="0">
              <a:buNone/>
              <a:defRPr sz="1181" b="1"/>
            </a:lvl4pPr>
            <a:lvl5pPr marL="1350203" indent="0">
              <a:buNone/>
              <a:defRPr sz="1181" b="1"/>
            </a:lvl5pPr>
            <a:lvl6pPr marL="1687754" indent="0">
              <a:buNone/>
              <a:defRPr sz="1181" b="1"/>
            </a:lvl6pPr>
            <a:lvl7pPr marL="2025305" indent="0">
              <a:buNone/>
              <a:defRPr sz="1181" b="1"/>
            </a:lvl7pPr>
            <a:lvl8pPr marL="2362855" indent="0">
              <a:buNone/>
              <a:defRPr sz="1181" b="1"/>
            </a:lvl8pPr>
            <a:lvl9pPr marL="2700406" indent="0">
              <a:buNone/>
              <a:defRPr sz="1181" b="1"/>
            </a:lvl9pPr>
          </a:lstStyle>
          <a:p>
            <a:pPr lvl="0"/>
            <a:r>
              <a:rPr lang="zh-CN" altLang="en-US" noProof="1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94593" y="1408872"/>
            <a:ext cx="3900488" cy="3584884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4603737" y="1020600"/>
            <a:ext cx="3900519" cy="300040"/>
          </a:xfrm>
        </p:spPr>
        <p:txBody>
          <a:bodyPr tIns="38100" rIns="76200" bIns="38100" rtlCol="0">
            <a:noAutofit/>
          </a:bodyPr>
          <a:lstStyle>
            <a:lvl1pPr marL="0" marR="0" lvl="0" indent="0" algn="l" defTabSz="6751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147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337551" indent="0">
              <a:buNone/>
              <a:defRPr sz="1477" b="1"/>
            </a:lvl2pPr>
            <a:lvl3pPr marL="675102" indent="0">
              <a:buNone/>
              <a:defRPr sz="1329" b="1"/>
            </a:lvl3pPr>
            <a:lvl4pPr marL="1012652" indent="0">
              <a:buNone/>
              <a:defRPr sz="1181" b="1"/>
            </a:lvl4pPr>
            <a:lvl5pPr marL="1350203" indent="0">
              <a:buNone/>
              <a:defRPr sz="1181" b="1"/>
            </a:lvl5pPr>
            <a:lvl6pPr marL="1687754" indent="0">
              <a:buNone/>
              <a:defRPr sz="1181" b="1"/>
            </a:lvl6pPr>
            <a:lvl7pPr marL="2025305" indent="0">
              <a:buNone/>
              <a:defRPr sz="1181" b="1"/>
            </a:lvl7pPr>
            <a:lvl8pPr marL="2362855" indent="0">
              <a:buNone/>
              <a:defRPr sz="1181" b="1"/>
            </a:lvl8pPr>
            <a:lvl9pPr marL="2700406" indent="0">
              <a:buNone/>
              <a:defRPr sz="1181" b="1"/>
            </a:lvl9pPr>
          </a:lstStyle>
          <a:p>
            <a:pPr lvl="0"/>
            <a:r>
              <a:rPr noProof="1"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03737" y="1408872"/>
            <a:ext cx="3900519" cy="3584884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7" name="日期占位符 3">
            <a:extLst>
              <a:ext uri="{FF2B5EF4-FFF2-40B4-BE49-F238E27FC236}">
                <a16:creationId xmlns:a16="http://schemas.microsoft.com/office/drawing/2014/main" id="{BD44D344-2DC1-F7D1-CF77-73FFF7D1E12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8" name="页脚占位符 4">
            <a:extLst>
              <a:ext uri="{FF2B5EF4-FFF2-40B4-BE49-F238E27FC236}">
                <a16:creationId xmlns:a16="http://schemas.microsoft.com/office/drawing/2014/main" id="{6227A9E0-E525-F403-949B-A5DAF11A13BC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9" name="灯片编号占位符 5">
            <a:extLst>
              <a:ext uri="{FF2B5EF4-FFF2-40B4-BE49-F238E27FC236}">
                <a16:creationId xmlns:a16="http://schemas.microsoft.com/office/drawing/2014/main" id="{95F37295-46A5-1DA4-3226-1775E0AFAB97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A5122774-DE5E-A74A-9AE9-F98CF98F4DBF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932516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290F8C81-0849-4B6A-2072-9426D3B75416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ACAFF909-9869-7BB8-C2D5-CED4974D1C78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F2BE1C99-47DA-3373-3C25-7CBCC72B6D2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A06CF8BE-ED41-1B49-816C-26554F31C31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24250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>
            <a:extLst>
              <a:ext uri="{FF2B5EF4-FFF2-40B4-BE49-F238E27FC236}">
                <a16:creationId xmlns:a16="http://schemas.microsoft.com/office/drawing/2014/main" id="{13535D9D-C7C2-FB54-C2ED-266416347ABF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6775DBF0-8ADA-CF45-E0A0-BD67A7AA267F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048E7DE9-DB39-57D4-11AE-9D21ED2FCC16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B2B7DDF9-9A34-484B-B1FC-10C881A3121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29030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94597" y="1020600"/>
            <a:ext cx="3900519" cy="3969000"/>
          </a:xfrm>
        </p:spPr>
        <p:txBody>
          <a:bodyPr rtlCol="0">
            <a:noAutofit/>
          </a:bodyPr>
          <a:lstStyle>
            <a:lvl1pPr marL="0" marR="0" lvl="0" indent="0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None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noProof="1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606081" y="1020600"/>
            <a:ext cx="3900519" cy="3969000"/>
          </a:xfrm>
        </p:spPr>
        <p:txBody>
          <a:bodyPr rtlCol="0">
            <a:norm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AB568456-BDC4-51A7-BAF2-BD615BFE0A1D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A5BECC20-877C-C72E-0641-5327F5E1E867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A211AB87-6CF8-1E94-D9D5-C3AC5965F60A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E1EEB4EF-972E-A644-B18E-8E05F6E9D144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76575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04471" y="750101"/>
            <a:ext cx="702094" cy="4243764"/>
          </a:xfrm>
        </p:spPr>
        <p:txBody>
          <a:bodyPr vert="eaVert"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1772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94593" y="750094"/>
            <a:ext cx="7255903" cy="4243764"/>
          </a:xfrm>
        </p:spPr>
        <p:txBody>
          <a:bodyPr vert="eaVert"/>
          <a:lstStyle>
            <a:lvl1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714515-210A-3CF7-3D57-23CCD430BE88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61DCF2-505E-242F-DA70-782DBF318E58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01CA1D8-C391-5A75-8E7F-993CC0F4DCAF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B9575D67-F71F-004A-AD7C-0F95433FF6BB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215815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494597" y="750100"/>
            <a:ext cx="8012003" cy="3969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76237344-3A7C-58BC-EEC1-C4C18B62C0AD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C1D95D59-7A3C-957D-F31B-C5FCCCF4C794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1D2B27C7-0169-4F4E-A494-794ADE1DA783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6BA670D3-50D4-6F40-8509-4CA7ACF94E06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284115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94562" y="2038272"/>
            <a:ext cx="8012003" cy="708094"/>
          </a:xfrm>
        </p:spPr>
        <p:txBody>
          <a:bodyPr rIns="25400" rtlCol="0" anchor="t">
            <a:noAutofit/>
          </a:bodyPr>
          <a:lstStyle>
            <a:lvl1pPr marL="0" marR="0" algn="ctr" defTabSz="675102" rtl="0" eaLnBrk="1" fontAlgn="auto" latinLnBrk="0" hangingPunct="1">
              <a:lnSpc>
                <a:spcPct val="100000"/>
              </a:lnSpc>
              <a:buNone/>
              <a:defRPr kumimoji="0" lang="zh-CN" altLang="en-US" sz="3987" b="0" i="0" u="none" strike="noStrike" kern="1200" cap="none" spc="443" normalizeH="0" baseline="0" noProof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单击此处编辑标题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B123895E-F675-028B-547A-57807D377C0A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91E52AC8-62DB-1DF6-D020-3EA573BBDC10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8A176A7D-2554-1900-C235-1EFEC99224DF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38DFE7B-8BD1-B54D-886D-C61E879649E6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710361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494562" y="2038272"/>
            <a:ext cx="8012003" cy="708094"/>
          </a:xfrm>
        </p:spPr>
        <p:txBody>
          <a:bodyPr rIns="25400" anchor="t">
            <a:noAutofit/>
          </a:bodyPr>
          <a:lstStyle>
            <a:lvl1pPr algn="ctr">
              <a:defRPr sz="3987" b="0" spc="443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noProof="1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494562" y="2808351"/>
            <a:ext cx="8012003" cy="748900"/>
          </a:xfrm>
        </p:spPr>
        <p:txBody>
          <a:bodyPr tIns="38100" rIns="76200" bIns="38100">
            <a:noAutofit/>
          </a:bodyPr>
          <a:lstStyle>
            <a:lvl1pPr marL="0" indent="0" algn="ctr" eaLnBrk="1" fontAlgn="auto" latinLnBrk="0" hangingPunct="1">
              <a:lnSpc>
                <a:spcPct val="100000"/>
              </a:lnSpc>
              <a:buNone/>
              <a:defRPr sz="1772" u="none" strike="noStrike" kern="1200" cap="none" spc="148" normalizeH="0" baseline="0">
                <a:solidFill>
                  <a:schemeClr val="tx1"/>
                </a:solidFill>
                <a:uFillTx/>
              </a:defRPr>
            </a:lvl1pPr>
            <a:lvl2pPr marL="337551" indent="0" algn="ctr">
              <a:buNone/>
              <a:defRPr sz="1477"/>
            </a:lvl2pPr>
            <a:lvl3pPr marL="675102" indent="0" algn="ctr">
              <a:buNone/>
              <a:defRPr sz="1329"/>
            </a:lvl3pPr>
            <a:lvl4pPr marL="1012652" indent="0" algn="ctr">
              <a:buNone/>
              <a:defRPr sz="1181"/>
            </a:lvl4pPr>
            <a:lvl5pPr marL="1350203" indent="0" algn="ctr">
              <a:buNone/>
              <a:defRPr sz="1181"/>
            </a:lvl5pPr>
            <a:lvl6pPr marL="1687754" indent="0" algn="ctr">
              <a:buNone/>
              <a:defRPr sz="1181"/>
            </a:lvl6pPr>
            <a:lvl7pPr marL="2025305" indent="0" algn="ctr">
              <a:buNone/>
              <a:defRPr sz="1181"/>
            </a:lvl7pPr>
            <a:lvl8pPr marL="2362855" indent="0" algn="ctr">
              <a:buNone/>
              <a:defRPr sz="1181"/>
            </a:lvl8pPr>
            <a:lvl9pPr marL="2700406" indent="0" algn="ctr">
              <a:buNone/>
              <a:defRPr sz="1181"/>
            </a:lvl9pPr>
          </a:lstStyle>
          <a:p>
            <a:r>
              <a:rPr lang="zh-CN" altLang="en-US" noProof="1"/>
              <a:t>单击此处编辑副标题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BE5D5D8-F7A5-99F4-C92F-7AFB5ECEE09E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799F8AE-8132-9012-5ABC-18A603017383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9037C2C-A44B-E6A9-E7D5-19ABBA42C16C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7D1D9FED-25AC-994A-89FB-018D4719A8A2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65261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62" y="340200"/>
            <a:ext cx="8012003" cy="510300"/>
          </a:xfrm>
        </p:spPr>
        <p:txBody>
          <a:bodyPr rtlCol="0">
            <a:noAutofit/>
          </a:bodyPr>
          <a:lstStyle>
            <a:lvl1pPr marL="0" marR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94562" y="1020600"/>
            <a:ext cx="8012003" cy="3970067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7973E63-787C-5221-6ADB-98020698E293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1754EE0-812B-92E0-8C58-1A671F651272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68500DA-0C6B-AC50-6B1C-1BD3FFB7631F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E0E29F88-C98C-F44E-A54F-DB0D1FC2174E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1468435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97" y="2999375"/>
            <a:ext cx="8012003" cy="492065"/>
          </a:xfrm>
        </p:spPr>
        <p:txBody>
          <a:bodyPr rIns="63500" anchor="t">
            <a:noAutofit/>
          </a:bodyPr>
          <a:lstStyle>
            <a:lvl1pPr>
              <a:defRPr sz="2658" b="0" u="none" strike="noStrike" kern="1200" cap="none" spc="221" normalizeH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94593" y="3552945"/>
            <a:ext cx="8012003" cy="848913"/>
          </a:xfrm>
        </p:spPr>
        <p:txBody>
          <a:bodyPr tIns="38100" rIns="76200" bIns="38100">
            <a:noAutofit/>
          </a:bodyPr>
          <a:lstStyle>
            <a:lvl1pPr marL="0" indent="0" eaLnBrk="1" fontAlgn="auto" latinLnBrk="0" hangingPunct="1">
              <a:buNone/>
              <a:defRPr kumimoji="0" lang="zh-CN" altLang="en-US" sz="1181" b="0" i="0" u="none" strike="noStrike" kern="1200" cap="none" spc="111" normalizeH="0" baseline="0" noProof="1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337551" indent="0">
              <a:buNone/>
              <a:defRPr sz="1477">
                <a:solidFill>
                  <a:schemeClr val="tx1">
                    <a:tint val="75000"/>
                  </a:schemeClr>
                </a:solidFill>
              </a:defRPr>
            </a:lvl2pPr>
            <a:lvl3pPr marL="675102" indent="0">
              <a:buNone/>
              <a:defRPr sz="1329">
                <a:solidFill>
                  <a:schemeClr val="tx1">
                    <a:tint val="75000"/>
                  </a:schemeClr>
                </a:solidFill>
              </a:defRPr>
            </a:lvl3pPr>
            <a:lvl4pPr marL="1012652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4pPr>
            <a:lvl5pPr marL="1350203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5pPr>
            <a:lvl6pPr marL="1687754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6pPr>
            <a:lvl7pPr marL="2025305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7pPr>
            <a:lvl8pPr marL="2362855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8pPr>
            <a:lvl9pPr marL="2700406" indent="0">
              <a:buNone/>
              <a:defRPr sz="118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noProof="1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128D783-F67C-3201-E4F7-90D73AC8CC1D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81F2FE9-8D29-E963-7E2F-6BF16D5BB01C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C4119E1-05D5-21AB-00F6-5ECD177895BE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8726E4C1-A7CF-1144-A1D8-9E96A4ED12C7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883160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62" y="340200"/>
            <a:ext cx="8012003" cy="510300"/>
          </a:xfrm>
        </p:spPr>
        <p:txBody>
          <a:bodyPr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94597" y="1020600"/>
            <a:ext cx="3900519" cy="3969000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06046" y="1020600"/>
            <a:ext cx="3900519" cy="3969000"/>
          </a:xfrm>
        </p:spPr>
        <p:txBody>
          <a:bodyPr>
            <a:noAutofit/>
          </a:bodyPr>
          <a:lstStyle>
            <a:lvl1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181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5B1ED184-A684-1A64-94AC-F104EC8B8E3C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253B2DB5-97F5-06F3-2936-42779421CCAC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D3ECB80A-0354-A208-C450-68DFA67266F5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E55FF5F0-1F80-7040-8BAC-DB99F6AD4BE0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17895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94562" y="340200"/>
            <a:ext cx="8012003" cy="510300"/>
          </a:xfrm>
        </p:spPr>
        <p:txBody>
          <a:bodyPr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494597" y="1020600"/>
            <a:ext cx="3900519" cy="300040"/>
          </a:xfrm>
        </p:spPr>
        <p:txBody>
          <a:bodyPr tIns="38100" rIns="76200" bIns="38100">
            <a:noAutofit/>
          </a:bodyPr>
          <a:lstStyle>
            <a:lvl1pPr marL="0" indent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sz="1477" b="1" u="none" strike="noStrike" kern="1200" cap="none" spc="148" normalizeH="0" baseline="0">
                <a:solidFill>
                  <a:schemeClr val="tx1"/>
                </a:solidFill>
                <a:uFillTx/>
              </a:defRPr>
            </a:lvl1pPr>
            <a:lvl2pPr marL="337551" indent="0">
              <a:buNone/>
              <a:defRPr sz="1477" b="1"/>
            </a:lvl2pPr>
            <a:lvl3pPr marL="675102" indent="0">
              <a:buNone/>
              <a:defRPr sz="1329" b="1"/>
            </a:lvl3pPr>
            <a:lvl4pPr marL="1012652" indent="0">
              <a:buNone/>
              <a:defRPr sz="1181" b="1"/>
            </a:lvl4pPr>
            <a:lvl5pPr marL="1350203" indent="0">
              <a:buNone/>
              <a:defRPr sz="1181" b="1"/>
            </a:lvl5pPr>
            <a:lvl6pPr marL="1687754" indent="0">
              <a:buNone/>
              <a:defRPr sz="1181" b="1"/>
            </a:lvl6pPr>
            <a:lvl7pPr marL="2025305" indent="0">
              <a:buNone/>
              <a:defRPr sz="1181" b="1"/>
            </a:lvl7pPr>
            <a:lvl8pPr marL="2362855" indent="0">
              <a:buNone/>
              <a:defRPr sz="1181" b="1"/>
            </a:lvl8pPr>
            <a:lvl9pPr marL="2700406" indent="0">
              <a:buNone/>
              <a:defRPr sz="1181" b="1"/>
            </a:lvl9pPr>
          </a:lstStyle>
          <a:p>
            <a:pPr lvl="0"/>
            <a:r>
              <a:rPr lang="zh-CN" altLang="en-US" noProof="1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94593" y="1408872"/>
            <a:ext cx="3900488" cy="3584884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4603737" y="1020600"/>
            <a:ext cx="3900519" cy="300040"/>
          </a:xfrm>
        </p:spPr>
        <p:txBody>
          <a:bodyPr tIns="38100" rIns="76200" bIns="38100" rtlCol="0">
            <a:noAutofit/>
          </a:bodyPr>
          <a:lstStyle>
            <a:lvl1pPr marL="0" marR="0" lvl="0" indent="0" algn="l" defTabSz="675102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kumimoji="0" lang="zh-CN" altLang="en-US" sz="147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337551" indent="0">
              <a:buNone/>
              <a:defRPr sz="1477" b="1"/>
            </a:lvl2pPr>
            <a:lvl3pPr marL="675102" indent="0">
              <a:buNone/>
              <a:defRPr sz="1329" b="1"/>
            </a:lvl3pPr>
            <a:lvl4pPr marL="1012652" indent="0">
              <a:buNone/>
              <a:defRPr sz="1181" b="1"/>
            </a:lvl4pPr>
            <a:lvl5pPr marL="1350203" indent="0">
              <a:buNone/>
              <a:defRPr sz="1181" b="1"/>
            </a:lvl5pPr>
            <a:lvl6pPr marL="1687754" indent="0">
              <a:buNone/>
              <a:defRPr sz="1181" b="1"/>
            </a:lvl6pPr>
            <a:lvl7pPr marL="2025305" indent="0">
              <a:buNone/>
              <a:defRPr sz="1181" b="1"/>
            </a:lvl7pPr>
            <a:lvl8pPr marL="2362855" indent="0">
              <a:buNone/>
              <a:defRPr sz="1181" b="1"/>
            </a:lvl8pPr>
            <a:lvl9pPr marL="2700406" indent="0">
              <a:buNone/>
              <a:defRPr sz="1181" b="1"/>
            </a:lvl9pPr>
          </a:lstStyle>
          <a:p>
            <a:pPr lvl="0"/>
            <a:r>
              <a:rPr noProof="1">
                <a:sym typeface="+mn-ea"/>
              </a:rPr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03737" y="1408872"/>
            <a:ext cx="3900519" cy="3584884"/>
          </a:xfrm>
        </p:spPr>
        <p:txBody>
          <a:bodyPr rtlCol="0">
            <a:no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  <a:p>
            <a:pPr lvl="1"/>
            <a:r>
              <a:rPr noProof="1">
                <a:sym typeface="+mn-ea"/>
              </a:rPr>
              <a:t>第二级</a:t>
            </a:r>
          </a:p>
          <a:p>
            <a:pPr lvl="2"/>
            <a:r>
              <a:rPr noProof="1">
                <a:sym typeface="+mn-ea"/>
              </a:rPr>
              <a:t>第三级</a:t>
            </a:r>
          </a:p>
          <a:p>
            <a:pPr lvl="3"/>
            <a:r>
              <a:rPr noProof="1">
                <a:sym typeface="+mn-ea"/>
              </a:rPr>
              <a:t>第四级</a:t>
            </a:r>
          </a:p>
          <a:p>
            <a:pPr lvl="4"/>
            <a:r>
              <a:rPr noProof="1">
                <a:sym typeface="+mn-ea"/>
              </a:rPr>
              <a:t>第五级</a:t>
            </a:r>
          </a:p>
        </p:txBody>
      </p:sp>
      <p:sp>
        <p:nvSpPr>
          <p:cNvPr id="7" name="日期占位符 3">
            <a:extLst>
              <a:ext uri="{FF2B5EF4-FFF2-40B4-BE49-F238E27FC236}">
                <a16:creationId xmlns:a16="http://schemas.microsoft.com/office/drawing/2014/main" id="{9832FF27-0045-28D4-0745-BD7CE493E172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8" name="页脚占位符 4">
            <a:extLst>
              <a:ext uri="{FF2B5EF4-FFF2-40B4-BE49-F238E27FC236}">
                <a16:creationId xmlns:a16="http://schemas.microsoft.com/office/drawing/2014/main" id="{62067AC4-AE70-0891-0136-563C3DA56BD6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9" name="灯片编号占位符 5">
            <a:extLst>
              <a:ext uri="{FF2B5EF4-FFF2-40B4-BE49-F238E27FC236}">
                <a16:creationId xmlns:a16="http://schemas.microsoft.com/office/drawing/2014/main" id="{34718979-F782-D87C-B447-000F9677201E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154DB03A-8872-4E42-82FF-605DE8C8ED7F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7248432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buNone/>
              <a:defRPr kumimoji="0" lang="zh-CN" altLang="en-US" sz="2067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470AA721-2B88-71F1-B9F1-6DA60EA8F712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C236CC46-90F4-E9AA-E615-4310B29EC9EB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ED371DC5-F448-DE8D-424F-D2CDE03F25DC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9C662607-BB29-AB4A-8BF8-FC2543C03FF3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482956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3">
            <a:extLst>
              <a:ext uri="{FF2B5EF4-FFF2-40B4-BE49-F238E27FC236}">
                <a16:creationId xmlns:a16="http://schemas.microsoft.com/office/drawing/2014/main" id="{A0461E66-AFF4-D2D5-D964-AD08D0A58941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3" name="页脚占位符 4">
            <a:extLst>
              <a:ext uri="{FF2B5EF4-FFF2-40B4-BE49-F238E27FC236}">
                <a16:creationId xmlns:a16="http://schemas.microsoft.com/office/drawing/2014/main" id="{69B52520-F553-470E-7363-420A85BE6BDD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4" name="灯片编号占位符 5">
            <a:extLst>
              <a:ext uri="{FF2B5EF4-FFF2-40B4-BE49-F238E27FC236}">
                <a16:creationId xmlns:a16="http://schemas.microsoft.com/office/drawing/2014/main" id="{89B52162-A598-8A45-3CDA-A8AADE744F0A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314107F8-8DF8-174A-9670-8EE4B2CE647A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55864471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494597" y="1020600"/>
            <a:ext cx="3900519" cy="3969000"/>
          </a:xfrm>
        </p:spPr>
        <p:txBody>
          <a:bodyPr rtlCol="0">
            <a:noAutofit/>
          </a:bodyPr>
          <a:lstStyle>
            <a:lvl1pPr marL="0" marR="0" lvl="0" indent="0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None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  <a:lvl2pPr marL="506326" marR="0" lvl="1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tabLst>
                <a:tab pos="1188460" algn="l"/>
              </a:tabLst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2pPr>
            <a:lvl3pPr marL="843877" marR="0" lvl="2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3pPr>
            <a:lvl4pPr marL="1181428" marR="0" lvl="3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4pPr>
            <a:lvl5pPr marL="1518978" marR="0" lvl="4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/>
                </a:solidFill>
                <a:uFillTx/>
                <a:latin typeface="+mn-lt"/>
                <a:ea typeface="+mn-ea"/>
                <a:cs typeface="+mn-cs"/>
                <a:sym typeface="+mn-ea"/>
              </a:defRPr>
            </a:lvl5pPr>
          </a:lstStyle>
          <a:p>
            <a:pPr lvl="0"/>
            <a:endParaRPr noProof="1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606081" y="1020600"/>
            <a:ext cx="3900519" cy="3969000"/>
          </a:xfrm>
        </p:spPr>
        <p:txBody>
          <a:bodyPr rtlCol="0">
            <a:normAutofit/>
          </a:bodyPr>
          <a:lstStyle>
            <a:lvl1pPr marL="168775" marR="0" lvl="0" indent="-168775" algn="l" defTabSz="675102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738"/>
              </a:spcAft>
              <a:buFont typeface="Arial" panose="020B0604020202020204" pitchFamily="34" charset="0"/>
              <a:buChar char="•"/>
              <a:defRPr kumimoji="0" lang="zh-CN" altLang="en-US" sz="1181" b="0" i="0" u="none" strike="noStrike" kern="1200" cap="none" spc="111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uFillTx/>
                <a:latin typeface="+mn-lt"/>
                <a:ea typeface="+mn-ea"/>
                <a:cs typeface="+mn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单击此处编辑母版文本样式</a:t>
            </a:r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5" name="日期占位符 3">
            <a:extLst>
              <a:ext uri="{FF2B5EF4-FFF2-40B4-BE49-F238E27FC236}">
                <a16:creationId xmlns:a16="http://schemas.microsoft.com/office/drawing/2014/main" id="{09B12CE9-DC82-864C-15B3-6440DAC203E9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6" name="页脚占位符 4">
            <a:extLst>
              <a:ext uri="{FF2B5EF4-FFF2-40B4-BE49-F238E27FC236}">
                <a16:creationId xmlns:a16="http://schemas.microsoft.com/office/drawing/2014/main" id="{A3B19511-D877-687B-0912-7CA86CE692F5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7" name="灯片编号占位符 5">
            <a:extLst>
              <a:ext uri="{FF2B5EF4-FFF2-40B4-BE49-F238E27FC236}">
                <a16:creationId xmlns:a16="http://schemas.microsoft.com/office/drawing/2014/main" id="{31E6F75C-660A-C399-8DF2-3229EBE75BF7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FEB5F500-90E2-9E4E-BEE5-5D2FB0A4DC63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85643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7804471" y="750101"/>
            <a:ext cx="702094" cy="4243764"/>
          </a:xfrm>
        </p:spPr>
        <p:txBody>
          <a:bodyPr vert="eaVert" rtlCol="0">
            <a:noAutofit/>
          </a:bodyPr>
          <a:lstStyle>
            <a:lvl1pPr marL="0" marR="0" lvl="0" algn="l" defTabSz="675102" rtl="0" eaLnBrk="1" fontAlgn="auto" latinLnBrk="0" hangingPunct="1">
              <a:lnSpc>
                <a:spcPct val="100000"/>
              </a:lnSpc>
              <a:spcAft>
                <a:spcPts val="0"/>
              </a:spcAft>
              <a:buNone/>
              <a:defRPr kumimoji="0" lang="zh-CN" altLang="en-US" sz="1772" b="1" i="0" u="none" strike="noStrike" kern="1200" cap="none" spc="148" normalizeH="0" baseline="0" noProof="1" dirty="0">
                <a:solidFill>
                  <a:schemeClr val="tx1"/>
                </a:solidFill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94593" y="750094"/>
            <a:ext cx="7255903" cy="4243764"/>
          </a:xfrm>
        </p:spPr>
        <p:txBody>
          <a:bodyPr vert="eaVert"/>
          <a:lstStyle>
            <a:lvl1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indent="0" eaLnBrk="1" fontAlgn="auto" latinLnBrk="0" hangingPunct="1"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83CA9F7-E1A1-B466-C776-8B3F9D8BB162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265D7E-0F3C-9207-F5D3-CEE4AB79315D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387BE53-99C7-D3EE-372B-D8E254A1CA0D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167703BD-7959-454F-9D41-CBC02E9BAB69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080660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494597" y="750100"/>
            <a:ext cx="8012003" cy="3969000"/>
          </a:xfrm>
        </p:spPr>
        <p:txBody>
          <a:bodyPr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882E35A3-4B69-7F79-149F-41F957C2B872}"/>
              </a:ext>
            </a:extLst>
          </p:cNvPr>
          <p:cNvSpPr>
            <a:spLocks noGrp="1"/>
          </p:cNvSpPr>
          <p:nvPr>
            <p:ph type="dt" sz="half" idx="14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AF0C0C2A-23E3-B024-6F4B-28E20D60DB89}"/>
              </a:ext>
            </a:extLst>
          </p:cNvPr>
          <p:cNvSpPr>
            <a:spLocks noGrp="1"/>
          </p:cNvSpPr>
          <p:nvPr>
            <p:ph type="ftr" sz="quarter" idx="15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DFB0BD76-5017-85F5-9BCC-EF0C71725B8B}"/>
              </a:ext>
            </a:extLst>
          </p:cNvPr>
          <p:cNvSpPr>
            <a:spLocks noGrp="1"/>
          </p:cNvSpPr>
          <p:nvPr>
            <p:ph type="sldNum" sz="quarter" idx="16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743C578C-EEF8-C14B-9D67-72B4257D636C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5918715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494562" y="2038272"/>
            <a:ext cx="8012003" cy="708094"/>
          </a:xfrm>
        </p:spPr>
        <p:txBody>
          <a:bodyPr rIns="25400" rtlCol="0" anchor="t">
            <a:noAutofit/>
          </a:bodyPr>
          <a:lstStyle>
            <a:lvl1pPr marL="0" marR="0" algn="ctr" defTabSz="675102" rtl="0" eaLnBrk="1" fontAlgn="auto" latinLnBrk="0" hangingPunct="1">
              <a:lnSpc>
                <a:spcPct val="100000"/>
              </a:lnSpc>
              <a:buNone/>
              <a:defRPr kumimoji="0" lang="zh-CN" altLang="en-US" sz="3987" b="0" i="0" u="none" strike="noStrike" kern="1200" cap="none" spc="443" normalizeH="0" baseline="0" noProof="1" dirty="0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FillTx/>
                <a:latin typeface="+mj-lt"/>
                <a:ea typeface="+mj-ea"/>
                <a:cs typeface="+mj-cs"/>
                <a:sym typeface="+mn-ea"/>
              </a:defRPr>
            </a:lvl1pPr>
          </a:lstStyle>
          <a:p>
            <a:pPr lvl="0"/>
            <a:r>
              <a:rPr noProof="1">
                <a:sym typeface="+mn-ea"/>
              </a:rPr>
              <a:t>单击此处编辑标题</a:t>
            </a:r>
          </a:p>
        </p:txBody>
      </p:sp>
      <p:sp>
        <p:nvSpPr>
          <p:cNvPr id="3" name="日期占位符 3">
            <a:extLst>
              <a:ext uri="{FF2B5EF4-FFF2-40B4-BE49-F238E27FC236}">
                <a16:creationId xmlns:a16="http://schemas.microsoft.com/office/drawing/2014/main" id="{6B18A5E3-3E81-289E-8185-9A8D22665B57}"/>
              </a:ext>
            </a:extLst>
          </p:cNvPr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4" name="页脚占位符 4">
            <a:extLst>
              <a:ext uri="{FF2B5EF4-FFF2-40B4-BE49-F238E27FC236}">
                <a16:creationId xmlns:a16="http://schemas.microsoft.com/office/drawing/2014/main" id="{FE7DAB22-BB9E-F01A-5425-0E9FD16CC3A1}"/>
              </a:ext>
            </a:extLst>
          </p:cNvPr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endParaRPr lang="zh-CN" altLang="en-US"/>
          </a:p>
        </p:txBody>
      </p:sp>
      <p:sp>
        <p:nvSpPr>
          <p:cNvPr id="5" name="灯片编号占位符 5">
            <a:extLst>
              <a:ext uri="{FF2B5EF4-FFF2-40B4-BE49-F238E27FC236}">
                <a16:creationId xmlns:a16="http://schemas.microsoft.com/office/drawing/2014/main" id="{BA9E3B2E-6C87-911D-C2AC-A4A93C3ED487}"/>
              </a:ext>
            </a:extLst>
          </p:cNvPr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>
            <a:lvl1pPr>
              <a:defRPr/>
            </a:lvl1pPr>
          </a:lstStyle>
          <a:p>
            <a:fld id="{D3116978-9E36-3143-AFD7-BA1137DF5CCC}" type="slidenum">
              <a:rPr lang="zh-CN" altLang="en-US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967632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0.xml"/><Relationship Id="rId13" Type="http://schemas.openxmlformats.org/officeDocument/2006/relationships/tags" Target="../tags/tag1.xml"/><Relationship Id="rId18" Type="http://schemas.openxmlformats.org/officeDocument/2006/relationships/tags" Target="../tags/tag6.xml"/><Relationship Id="rId3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9.xml"/><Relationship Id="rId12" Type="http://schemas.openxmlformats.org/officeDocument/2006/relationships/theme" Target="../theme/theme3.xml"/><Relationship Id="rId17" Type="http://schemas.openxmlformats.org/officeDocument/2006/relationships/tags" Target="../tags/tag5.xml"/><Relationship Id="rId2" Type="http://schemas.openxmlformats.org/officeDocument/2006/relationships/slideLayout" Target="../slideLayouts/slideLayout24.xml"/><Relationship Id="rId16" Type="http://schemas.openxmlformats.org/officeDocument/2006/relationships/tags" Target="../tags/tag4.xml"/><Relationship Id="rId1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33.xml"/><Relationship Id="rId5" Type="http://schemas.openxmlformats.org/officeDocument/2006/relationships/slideLayout" Target="../slideLayouts/slideLayout27.xml"/><Relationship Id="rId15" Type="http://schemas.openxmlformats.org/officeDocument/2006/relationships/tags" Target="../tags/tag3.xml"/><Relationship Id="rId10" Type="http://schemas.openxmlformats.org/officeDocument/2006/relationships/slideLayout" Target="../slideLayouts/slideLayout32.xml"/><Relationship Id="rId19" Type="http://schemas.openxmlformats.org/officeDocument/2006/relationships/image" Target="../media/image4.jpeg"/><Relationship Id="rId4" Type="http://schemas.openxmlformats.org/officeDocument/2006/relationships/slideLayout" Target="../slideLayouts/slideLayout26.xml"/><Relationship Id="rId9" Type="http://schemas.openxmlformats.org/officeDocument/2006/relationships/slideLayout" Target="../slideLayouts/slideLayout31.xml"/><Relationship Id="rId14" Type="http://schemas.openxmlformats.org/officeDocument/2006/relationships/tags" Target="../tags/tag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tags" Target="../tags/tag40.xml"/><Relationship Id="rId18" Type="http://schemas.openxmlformats.org/officeDocument/2006/relationships/tags" Target="../tags/tag45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theme" Target="../theme/theme4.xml"/><Relationship Id="rId17" Type="http://schemas.openxmlformats.org/officeDocument/2006/relationships/tags" Target="../tags/tag44.xml"/><Relationship Id="rId2" Type="http://schemas.openxmlformats.org/officeDocument/2006/relationships/slideLayout" Target="../slideLayouts/slideLayout35.xml"/><Relationship Id="rId16" Type="http://schemas.openxmlformats.org/officeDocument/2006/relationships/tags" Target="../tags/tag43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tags" Target="../tags/tag42.xml"/><Relationship Id="rId10" Type="http://schemas.openxmlformats.org/officeDocument/2006/relationships/slideLayout" Target="../slideLayouts/slideLayout43.xml"/><Relationship Id="rId19" Type="http://schemas.openxmlformats.org/officeDocument/2006/relationships/image" Target="../media/image4.jpeg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tags" Target="../tags/tag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1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2" name="Google Shape;82;p33"/>
          <p:cNvCxnSpPr/>
          <p:nvPr/>
        </p:nvCxnSpPr>
        <p:spPr>
          <a:xfrm>
            <a:off x="506313" y="827592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83" name="Google Shape;83;p33"/>
          <p:cNvSpPr txBox="1">
            <a:spLocks noGrp="1"/>
          </p:cNvSpPr>
          <p:nvPr>
            <p:ph type="body" idx="1"/>
          </p:nvPr>
        </p:nvSpPr>
        <p:spPr>
          <a:xfrm>
            <a:off x="300037" y="1223904"/>
            <a:ext cx="8551069" cy="3564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rmAutofit/>
          </a:bodyPr>
          <a:lstStyle>
            <a:lvl1pPr marL="457200" marR="0" lvl="0" indent="-366395" algn="l" rtl="0">
              <a:spcBef>
                <a:spcPts val="620"/>
              </a:spcBef>
              <a:spcAft>
                <a:spcPts val="0"/>
              </a:spcAft>
              <a:buClr>
                <a:schemeClr val="accent1"/>
              </a:buClr>
              <a:buSzPts val="2170"/>
              <a:buFont typeface="Noto Sans Symbols"/>
              <a:buChar char="🞭"/>
              <a:defRPr sz="31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914400" marR="0" lvl="1" indent="-353060" algn="l" rtl="0">
              <a:spcBef>
                <a:spcPts val="560"/>
              </a:spcBef>
              <a:spcAft>
                <a:spcPts val="0"/>
              </a:spcAft>
              <a:buClr>
                <a:schemeClr val="accent1"/>
              </a:buClr>
              <a:buSzPts val="1960"/>
              <a:buFont typeface="Noto Sans Symbols"/>
              <a:buChar char="🞤"/>
              <a:defRPr sz="28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1371600" marR="0" lvl="2" indent="-335280" algn="l" rtl="0">
              <a:spcBef>
                <a:spcPts val="480"/>
              </a:spcBef>
              <a:spcAft>
                <a:spcPts val="0"/>
              </a:spcAft>
              <a:buClr>
                <a:schemeClr val="accent1"/>
              </a:buClr>
              <a:buSzPts val="1680"/>
              <a:buFont typeface="Noto Sans Symbols"/>
              <a:buChar char="🞫"/>
              <a:defRPr sz="24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1828800" marR="0" lvl="3" indent="-317500" algn="l" rtl="0"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🞲"/>
              <a:defRPr sz="20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2286000" marR="0" lvl="4" indent="-297179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080"/>
              <a:buFont typeface="Noto Sans Symbols"/>
              <a:buChar char="🞩"/>
              <a:defRPr sz="18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2743200" marR="0" lvl="5" indent="-297179" algn="l" rtl="0">
              <a:spcBef>
                <a:spcPts val="360"/>
              </a:spcBef>
              <a:spcAft>
                <a:spcPts val="0"/>
              </a:spcAft>
              <a:buClr>
                <a:schemeClr val="accent1"/>
              </a:buClr>
              <a:buSzPts val="1080"/>
              <a:buFont typeface="Noto Sans Symbols"/>
              <a:buChar char="🞤"/>
              <a:defRPr sz="18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3200400" marR="0" lvl="6" indent="-289560" algn="l" rtl="0"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🞲"/>
              <a:defRPr sz="16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3657600" marR="0" lvl="7" indent="-289559" algn="l" rtl="0">
              <a:spcBef>
                <a:spcPts val="32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◆"/>
              <a:defRPr sz="16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4114800" marR="0" lvl="8" indent="-281940" algn="l" rtl="0">
              <a:spcBef>
                <a:spcPts val="280"/>
              </a:spcBef>
              <a:spcAft>
                <a:spcPts val="0"/>
              </a:spcAft>
              <a:buClr>
                <a:schemeClr val="accent1"/>
              </a:buClr>
              <a:buSzPts val="840"/>
              <a:buFont typeface="Noto Sans Symbols"/>
              <a:buChar char="◼"/>
              <a:defRPr sz="1400" b="0" i="0" u="none" strike="noStrike" cap="none">
                <a:solidFill>
                  <a:schemeClr val="dk2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84" name="Google Shape;84;p33"/>
          <p:cNvSpPr txBox="1">
            <a:spLocks noGrp="1"/>
          </p:cNvSpPr>
          <p:nvPr>
            <p:ph type="dt" idx="10"/>
          </p:nvPr>
        </p:nvSpPr>
        <p:spPr>
          <a:xfrm>
            <a:off x="6375798" y="60012"/>
            <a:ext cx="2475309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85" name="Google Shape;85;p33"/>
          <p:cNvSpPr txBox="1">
            <a:spLocks noGrp="1"/>
          </p:cNvSpPr>
          <p:nvPr>
            <p:ph type="ftr" idx="11"/>
          </p:nvPr>
        </p:nvSpPr>
        <p:spPr>
          <a:xfrm>
            <a:off x="3075395" y="60012"/>
            <a:ext cx="3300413" cy="2275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endParaRPr/>
          </a:p>
        </p:txBody>
      </p:sp>
      <p:sp>
        <p:nvSpPr>
          <p:cNvPr id="86" name="Google Shape;86;p33"/>
          <p:cNvSpPr txBox="1">
            <a:spLocks noGrp="1"/>
          </p:cNvSpPr>
          <p:nvPr>
            <p:ph type="sldNum" idx="12"/>
          </p:nvPr>
        </p:nvSpPr>
        <p:spPr>
          <a:xfrm>
            <a:off x="8101012" y="5100640"/>
            <a:ext cx="750094" cy="1925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D28E28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  <p:sp>
        <p:nvSpPr>
          <p:cNvPr id="87" name="Google Shape;87;p33"/>
          <p:cNvSpPr txBox="1">
            <a:spLocks noGrp="1"/>
          </p:cNvSpPr>
          <p:nvPr>
            <p:ph type="title"/>
          </p:nvPr>
        </p:nvSpPr>
        <p:spPr>
          <a:xfrm>
            <a:off x="300037" y="360045"/>
            <a:ext cx="8551069" cy="6600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rm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500"/>
              <a:buFont typeface="Libre Franklin Thin"/>
              <a:buNone/>
              <a:defRPr sz="3500" b="0" i="0" u="none" strike="noStrike" cap="none">
                <a:solidFill>
                  <a:schemeClr val="dk2"/>
                </a:solidFill>
                <a:latin typeface="Libre Franklin Thin"/>
                <a:ea typeface="Libre Franklin Thin"/>
                <a:cs typeface="Libre Franklin Thin"/>
                <a:sym typeface="Libre Franklin Thi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cxnSp>
        <p:nvCxnSpPr>
          <p:cNvPr id="88" name="Google Shape;88;p33"/>
          <p:cNvCxnSpPr/>
          <p:nvPr/>
        </p:nvCxnSpPr>
        <p:spPr>
          <a:xfrm>
            <a:off x="506313" y="827592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89" name="Google Shape;89;p33"/>
          <p:cNvCxnSpPr/>
          <p:nvPr/>
        </p:nvCxnSpPr>
        <p:spPr>
          <a:xfrm>
            <a:off x="506313" y="833174"/>
            <a:ext cx="8494812" cy="1875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0">
          <a:blip r:embed="rId1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3586" name="Rectangle 2">
            <a:extLst>
              <a:ext uri="{FF2B5EF4-FFF2-40B4-BE49-F238E27FC236}">
                <a16:creationId xmlns:a16="http://schemas.microsoft.com/office/drawing/2014/main" id="{21490604-3339-4B4B-B954-5F0F897F0588}"/>
              </a:ext>
            </a:extLst>
          </p:cNvPr>
          <p:cNvSpPr>
            <a:spLocks noGrp="1" noRot="1" noChangeArrowheads="1"/>
          </p:cNvSpPr>
          <p:nvPr>
            <p:ph type="title"/>
          </p:nvPr>
        </p:nvSpPr>
        <p:spPr bwMode="auto">
          <a:xfrm>
            <a:off x="296912" y="540067"/>
            <a:ext cx="8407301" cy="900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963587" name="Rectangle 3">
            <a:extLst>
              <a:ext uri="{FF2B5EF4-FFF2-40B4-BE49-F238E27FC236}">
                <a16:creationId xmlns:a16="http://schemas.microsoft.com/office/drawing/2014/main" id="{BE392181-98FC-6A4C-82B3-495FEFB1B048}"/>
              </a:ext>
            </a:extLst>
          </p:cNvPr>
          <p:cNvSpPr>
            <a:spLocks noGrp="1" noRot="1" noChangeArrowheads="1"/>
          </p:cNvSpPr>
          <p:nvPr>
            <p:ph type="body" idx="1"/>
          </p:nvPr>
        </p:nvSpPr>
        <p:spPr bwMode="auto">
          <a:xfrm>
            <a:off x="300037" y="1560195"/>
            <a:ext cx="8407301" cy="306038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963588" name="Rectangle 4">
            <a:extLst>
              <a:ext uri="{FF2B5EF4-FFF2-40B4-BE49-F238E27FC236}">
                <a16:creationId xmlns:a16="http://schemas.microsoft.com/office/drawing/2014/main" id="{8A705D2E-E2DE-3949-A0CD-1ECE7DD4CF99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96912" y="4740592"/>
            <a:ext cx="2253407" cy="375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103"/>
            </a:lvl1pPr>
          </a:lstStyle>
          <a:p>
            <a:fld id="{1605C9ED-4E12-774B-8D4F-B49FDFB521F7}" type="datetimeFigureOut">
              <a:rPr lang="zh-CN" altLang="en-US"/>
              <a:pPr/>
              <a:t>2022/6/26</a:t>
            </a:fld>
            <a:endParaRPr lang="en-US" altLang="zh-CN"/>
          </a:p>
        </p:txBody>
      </p:sp>
      <p:sp>
        <p:nvSpPr>
          <p:cNvPr id="963589" name="Rectangle 5">
            <a:extLst>
              <a:ext uri="{FF2B5EF4-FFF2-40B4-BE49-F238E27FC236}">
                <a16:creationId xmlns:a16="http://schemas.microsoft.com/office/drawing/2014/main" id="{CB454099-E132-C84A-A20C-B69C5E931558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075385" y="4740592"/>
            <a:ext cx="2850356" cy="375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103"/>
            </a:lvl1pPr>
          </a:lstStyle>
          <a:p>
            <a:endParaRPr lang="en-US" altLang="zh-CN"/>
          </a:p>
        </p:txBody>
      </p:sp>
      <p:sp>
        <p:nvSpPr>
          <p:cNvPr id="963590" name="Rectangle 6">
            <a:extLst>
              <a:ext uri="{FF2B5EF4-FFF2-40B4-BE49-F238E27FC236}">
                <a16:creationId xmlns:a16="http://schemas.microsoft.com/office/drawing/2014/main" id="{CC6F9310-3701-1545-AE1E-2DFB9B0FCE61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450807" y="4740592"/>
            <a:ext cx="2253407" cy="37504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103"/>
            </a:lvl1pPr>
          </a:lstStyle>
          <a:p>
            <a:fld id="{7CA3E271-CD25-2B45-BFDC-127027A0D080}" type="slidenum">
              <a:rPr lang="zh-CN" altLang="en-US"/>
              <a:pPr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9449736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62" r:id="rId1"/>
    <p:sldLayoutId id="2147483963" r:id="rId2"/>
    <p:sldLayoutId id="2147483964" r:id="rId3"/>
    <p:sldLayoutId id="2147483965" r:id="rId4"/>
    <p:sldLayoutId id="2147483966" r:id="rId5"/>
    <p:sldLayoutId id="2147483967" r:id="rId6"/>
    <p:sldLayoutId id="2147483968" r:id="rId7"/>
    <p:sldLayoutId id="2147483969" r:id="rId8"/>
    <p:sldLayoutId id="2147483970" r:id="rId9"/>
    <p:sldLayoutId id="2147483971" r:id="rId10"/>
    <p:sldLayoutId id="2147483972" r:id="rId11"/>
  </p:sldLayoutIdLst>
  <p:txStyles>
    <p:titleStyle>
      <a:lvl1pPr algn="ctr" rtl="0" fontAlgn="base">
        <a:spcBef>
          <a:spcPct val="0"/>
        </a:spcBef>
        <a:spcAft>
          <a:spcPct val="0"/>
        </a:spcAft>
        <a:defRPr sz="3465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360045"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720090"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080135"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440180" algn="ctr" rtl="0" fontAlgn="base">
        <a:spcBef>
          <a:spcPct val="0"/>
        </a:spcBef>
        <a:spcAft>
          <a:spcPct val="0"/>
        </a:spcAft>
        <a:defRPr sz="3465">
          <a:solidFill>
            <a:schemeClr val="tx2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270034" indent="-270034" algn="l" rtl="0" fontAlgn="base">
        <a:spcBef>
          <a:spcPct val="20000"/>
        </a:spcBef>
        <a:spcAft>
          <a:spcPct val="0"/>
        </a:spcAft>
        <a:buClr>
          <a:schemeClr val="hlink"/>
        </a:buClr>
        <a:buSzPct val="70000"/>
        <a:buFont typeface="Wingdings" pitchFamily="2" charset="2"/>
        <a:buChar char="v"/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585073" indent="-225028" algn="l" rtl="0" fontAlgn="base">
        <a:spcBef>
          <a:spcPct val="20000"/>
        </a:spcBef>
        <a:spcAft>
          <a:spcPct val="0"/>
        </a:spcAft>
        <a:buClr>
          <a:schemeClr val="accent2"/>
        </a:buClr>
        <a:buSzPct val="85000"/>
        <a:buFont typeface="Wingdings" pitchFamily="2" charset="2"/>
        <a:buChar char=""/>
        <a:defRPr sz="2205" kern="1200">
          <a:solidFill>
            <a:schemeClr val="tx1"/>
          </a:solidFill>
          <a:latin typeface="+mn-lt"/>
          <a:ea typeface="+mn-ea"/>
          <a:cs typeface="+mn-cs"/>
        </a:defRPr>
      </a:lvl2pPr>
      <a:lvl3pPr marL="900113" indent="-180023" algn="l" rtl="0" fontAlgn="base">
        <a:spcBef>
          <a:spcPct val="20000"/>
        </a:spcBef>
        <a:spcAft>
          <a:spcPct val="0"/>
        </a:spcAft>
        <a:buClr>
          <a:schemeClr val="hlink"/>
        </a:buClr>
        <a:buSzPct val="80000"/>
        <a:buFont typeface="Wingdings" pitchFamily="2" charset="2"/>
        <a:buChar char="v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260158" indent="-180023" algn="l" rtl="0" fontAlgn="base">
        <a:spcBef>
          <a:spcPct val="20000"/>
        </a:spcBef>
        <a:spcAft>
          <a:spcPct val="0"/>
        </a:spcAft>
        <a:buClr>
          <a:schemeClr val="accent2"/>
        </a:buClr>
        <a:buSzPct val="90000"/>
        <a:buFont typeface="Wingdings" pitchFamily="2" charset="2"/>
        <a:buChar char=""/>
        <a:defRPr sz="1575" kern="1200">
          <a:solidFill>
            <a:schemeClr val="tx1"/>
          </a:solidFill>
          <a:latin typeface="+mn-lt"/>
          <a:ea typeface="+mn-ea"/>
          <a:cs typeface="+mn-cs"/>
        </a:defRPr>
      </a:lvl4pPr>
      <a:lvl5pPr marL="1620203" indent="-180023" algn="l" rtl="0" fontAlgn="base">
        <a:spcBef>
          <a:spcPct val="20000"/>
        </a:spcBef>
        <a:spcAft>
          <a:spcPct val="0"/>
        </a:spcAft>
        <a:buClr>
          <a:schemeClr val="hlink"/>
        </a:buClr>
        <a:buSzPct val="85000"/>
        <a:buFont typeface="Wingdings" pitchFamily="2" charset="2"/>
        <a:buChar char="v"/>
        <a:defRPr sz="1575" kern="1200">
          <a:solidFill>
            <a:schemeClr val="tx1"/>
          </a:solidFill>
          <a:latin typeface="+mn-lt"/>
          <a:ea typeface="+mn-ea"/>
          <a:cs typeface="+mn-cs"/>
        </a:defRPr>
      </a:lvl5pPr>
      <a:lvl6pPr marL="198024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34029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700338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3060383" indent="-180023" algn="l" defTabSz="720090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1pPr>
      <a:lvl2pPr marL="36004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2pPr>
      <a:lvl3pPr marL="72009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3pPr>
      <a:lvl4pPr marL="108013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4pPr>
      <a:lvl5pPr marL="144018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5pPr>
      <a:lvl6pPr marL="180022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6pPr>
      <a:lvl7pPr marL="216027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7pPr>
      <a:lvl8pPr marL="2520315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8pPr>
      <a:lvl9pPr marL="2880360" algn="l" defTabSz="720090" rtl="0" eaLnBrk="1" latinLnBrk="0" hangingPunct="1">
        <a:defRPr sz="141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1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>
            <a:extLst>
              <a:ext uri="{FF2B5EF4-FFF2-40B4-BE49-F238E27FC236}">
                <a16:creationId xmlns:a16="http://schemas.microsoft.com/office/drawing/2014/main" id="{C2E4953A-B458-4C58-5A73-89E38A36FBC3}"/>
              </a:ext>
            </a:extLst>
          </p:cNvPr>
          <p:cNvSpPr>
            <a:spLocks noGrp="1" noChangeArrowheads="1"/>
          </p:cNvSpPr>
          <p:nvPr>
            <p:ph type="title" idx="4294967295"/>
            <p:custDataLst>
              <p:tags r:id="rId13"/>
            </p:custDataLst>
          </p:nvPr>
        </p:nvSpPr>
        <p:spPr bwMode="auto">
          <a:xfrm>
            <a:off x="494593" y="340042"/>
            <a:ext cx="8011939" cy="510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1600" tIns="38100" rIns="76200" bIns="381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>
            <a:extLst>
              <a:ext uri="{FF2B5EF4-FFF2-40B4-BE49-F238E27FC236}">
                <a16:creationId xmlns:a16="http://schemas.microsoft.com/office/drawing/2014/main" id="{BF2E1225-5A5E-7D64-01AB-5B97355C7FC4}"/>
              </a:ext>
            </a:extLst>
          </p:cNvPr>
          <p:cNvSpPr>
            <a:spLocks noGrp="1" noChangeArrowheads="1"/>
          </p:cNvSpPr>
          <p:nvPr>
            <p:ph type="body" idx="4294967295"/>
            <p:custDataLst>
              <p:tags r:id="rId14"/>
            </p:custDataLst>
          </p:nvPr>
        </p:nvSpPr>
        <p:spPr bwMode="auto">
          <a:xfrm>
            <a:off x="494593" y="1020128"/>
            <a:ext cx="8011939" cy="39692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1600" tIns="0" rIns="8255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8C34C9-136C-4A49-BEB6-709440F51E0D}"/>
              </a:ext>
            </a:extLst>
          </p:cNvPr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49300" y="5000626"/>
            <a:ext cx="1993609" cy="248781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>
              <a:defRPr sz="886">
                <a:solidFill>
                  <a:srgbClr val="898989"/>
                </a:solidFill>
                <a:ea typeface="宋体" panose="02010600030101010101" pitchFamily="2" charset="-122"/>
              </a:defRPr>
            </a:lvl1pPr>
          </a:lstStyle>
          <a:p>
            <a:fld id="{DEAFC5B0-BAD0-C842-B59D-56137E5683AA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E5B9DF5-7753-9CD7-86B3-75289CA3B590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3039052" y="5000626"/>
            <a:ext cx="2923022" cy="248781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>
              <a:defRPr sz="886">
                <a:solidFill>
                  <a:srgbClr val="898989"/>
                </a:solidFill>
                <a:ea typeface="宋体" panose="0201060003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E377189-0A28-1847-8CFB-8B9AD160A2A5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6357044" y="5000626"/>
            <a:ext cx="1993609" cy="248781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>
              <a:defRPr sz="886">
                <a:solidFill>
                  <a:srgbClr val="898989"/>
                </a:solidFill>
                <a:ea typeface="宋体" panose="02010600030101010101" pitchFamily="2" charset="-122"/>
              </a:defRPr>
            </a:lvl1pPr>
          </a:lstStyle>
          <a:p>
            <a:fld id="{0494D9EB-7D5F-544A-8D1A-DEFA680340E0}" type="slidenum">
              <a:rPr lang="zh-CN" altLang="en-US"/>
              <a:pPr/>
              <a:t>‹#›</a:t>
            </a:fld>
            <a:endParaRPr lang="zh-CN" altLang="en-US"/>
          </a:p>
        </p:txBody>
      </p:sp>
      <p:sp>
        <p:nvSpPr>
          <p:cNvPr id="7" name="KSO_TEMPLATE" hidden="1">
            <a:extLst>
              <a:ext uri="{FF2B5EF4-FFF2-40B4-BE49-F238E27FC236}">
                <a16:creationId xmlns:a16="http://schemas.microsoft.com/office/drawing/2014/main" id="{24D76E4C-EE3C-2722-070E-F31B273FC468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1034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065622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27" r:id="rId1"/>
    <p:sldLayoutId id="2147484228" r:id="rId2"/>
    <p:sldLayoutId id="2147484229" r:id="rId3"/>
    <p:sldLayoutId id="2147484230" r:id="rId4"/>
    <p:sldLayoutId id="2147484231" r:id="rId5"/>
    <p:sldLayoutId id="2147484232" r:id="rId6"/>
    <p:sldLayoutId id="2147484233" r:id="rId7"/>
    <p:sldLayoutId id="2147484234" r:id="rId8"/>
    <p:sldLayoutId id="2147484235" r:id="rId9"/>
    <p:sldLayoutId id="2147484236" r:id="rId10"/>
    <p:sldLayoutId id="2147484237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2067" b="1" kern="1200" spc="148">
          <a:solidFill>
            <a:schemeClr val="tx1"/>
          </a:solidFill>
          <a:latin typeface="+mj-lt"/>
          <a:ea typeface="+mj-ea"/>
          <a:cs typeface="微软雅黑" panose="020B0503020204020204" pitchFamily="34" charset="-122"/>
        </a:defRPr>
      </a:lvl1pPr>
      <a:lvl2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2pPr>
      <a:lvl3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3pPr>
      <a:lvl4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4pPr>
      <a:lvl5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5pPr>
      <a:lvl6pPr marL="337551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6pPr>
      <a:lvl7pPr marL="675102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7pPr>
      <a:lvl8pPr marL="1012652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8pPr>
      <a:lvl9pPr marL="1350203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9pPr>
    </p:titleStyle>
    <p:bodyStyle>
      <a:lvl1pPr marL="168775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1pPr>
      <a:lvl2pPr marL="506326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2pPr>
      <a:lvl3pPr marL="843877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3pPr>
      <a:lvl4pPr marL="1181428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4pPr>
      <a:lvl5pPr marL="1518978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5pPr>
      <a:lvl6pPr marL="1856529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6pPr>
      <a:lvl7pPr marL="2194080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7pPr>
      <a:lvl8pPr marL="2531631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8pPr>
      <a:lvl9pPr marL="2869181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1pPr>
      <a:lvl2pPr marL="337551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2pPr>
      <a:lvl3pPr marL="675102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3pPr>
      <a:lvl4pPr marL="1012652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4pPr>
      <a:lvl5pPr marL="1350203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5pPr>
      <a:lvl6pPr marL="1687754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6pPr>
      <a:lvl7pPr marL="2025305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7pPr>
      <a:lvl8pPr marL="2362855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8pPr>
      <a:lvl9pPr marL="2700406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blipFill dpi="0" rotWithShape="0">
          <a:blip r:embed="rId19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>
            <a:extLst>
              <a:ext uri="{FF2B5EF4-FFF2-40B4-BE49-F238E27FC236}">
                <a16:creationId xmlns:a16="http://schemas.microsoft.com/office/drawing/2014/main" id="{634F60F2-55B4-F922-8CD6-F67EC70F3A32}"/>
              </a:ext>
            </a:extLst>
          </p:cNvPr>
          <p:cNvSpPr>
            <a:spLocks noGrp="1" noChangeArrowheads="1"/>
          </p:cNvSpPr>
          <p:nvPr>
            <p:ph type="title" idx="4294967295"/>
            <p:custDataLst>
              <p:tags r:id="rId13"/>
            </p:custDataLst>
          </p:nvPr>
        </p:nvSpPr>
        <p:spPr bwMode="auto">
          <a:xfrm>
            <a:off x="494593" y="340042"/>
            <a:ext cx="8011939" cy="5100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1600" tIns="38100" rIns="76200" bIns="3810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>
            <a:extLst>
              <a:ext uri="{FF2B5EF4-FFF2-40B4-BE49-F238E27FC236}">
                <a16:creationId xmlns:a16="http://schemas.microsoft.com/office/drawing/2014/main" id="{8D0D7084-F229-A4DC-9365-42E3AB85984D}"/>
              </a:ext>
            </a:extLst>
          </p:cNvPr>
          <p:cNvSpPr>
            <a:spLocks noGrp="1" noChangeArrowheads="1"/>
          </p:cNvSpPr>
          <p:nvPr>
            <p:ph type="body" idx="4294967295"/>
            <p:custDataLst>
              <p:tags r:id="rId14"/>
            </p:custDataLst>
          </p:nvPr>
        </p:nvSpPr>
        <p:spPr bwMode="auto">
          <a:xfrm>
            <a:off x="494593" y="1020128"/>
            <a:ext cx="8011939" cy="396924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101600" tIns="0" rIns="8255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3AC65F2-EA74-F35B-9719-B543E644AED5}"/>
              </a:ext>
            </a:extLst>
          </p:cNvPr>
          <p:cNvSpPr>
            <a:spLocks noGrp="1"/>
          </p:cNvSpPr>
          <p:nvPr>
            <p:ph type="dt" sz="half" idx="2"/>
            <p:custDataLst>
              <p:tags r:id="rId15"/>
            </p:custDataLst>
          </p:nvPr>
        </p:nvSpPr>
        <p:spPr>
          <a:xfrm>
            <a:off x="649300" y="5000626"/>
            <a:ext cx="1993609" cy="248781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>
              <a:defRPr sz="886">
                <a:solidFill>
                  <a:srgbClr val="898989"/>
                </a:solidFill>
                <a:ea typeface="宋体" panose="02010600030101010101" pitchFamily="2" charset="-122"/>
              </a:defRPr>
            </a:lvl1pPr>
          </a:lstStyle>
          <a:p>
            <a:fld id="{C5DDDA17-7C3E-9547-A4F6-A899841E1AC2}" type="datetime1">
              <a:rPr lang="zh-CN" altLang="en-US"/>
              <a:pPr/>
              <a:t>2022/6/26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E7B7AE7-AE40-AED4-2244-ABDC1ACC30AF}"/>
              </a:ext>
            </a:extLst>
          </p:cNvPr>
          <p:cNvSpPr>
            <a:spLocks noGrp="1"/>
          </p:cNvSpPr>
          <p:nvPr>
            <p:ph type="ftr" sz="quarter" idx="3"/>
            <p:custDataLst>
              <p:tags r:id="rId16"/>
            </p:custDataLst>
          </p:nvPr>
        </p:nvSpPr>
        <p:spPr>
          <a:xfrm>
            <a:off x="3039052" y="5000626"/>
            <a:ext cx="2923022" cy="248781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ctr">
              <a:defRPr sz="886">
                <a:solidFill>
                  <a:srgbClr val="898989"/>
                </a:solidFill>
                <a:ea typeface="宋体" panose="02010600030101010101" pitchFamily="2" charset="-122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0A46811-7D5B-5EEF-1C93-689000EB8324}"/>
              </a:ext>
            </a:extLst>
          </p:cNvPr>
          <p:cNvSpPr>
            <a:spLocks noGrp="1"/>
          </p:cNvSpPr>
          <p:nvPr>
            <p:ph type="sldNum" sz="quarter" idx="4"/>
            <p:custDataLst>
              <p:tags r:id="rId17"/>
            </p:custDataLst>
          </p:nvPr>
        </p:nvSpPr>
        <p:spPr>
          <a:xfrm>
            <a:off x="6357044" y="5000626"/>
            <a:ext cx="1993609" cy="248781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>
            <a:lvl1pPr algn="r">
              <a:defRPr sz="886">
                <a:solidFill>
                  <a:srgbClr val="898989"/>
                </a:solidFill>
                <a:ea typeface="宋体" panose="02010600030101010101" pitchFamily="2" charset="-122"/>
              </a:defRPr>
            </a:lvl1pPr>
          </a:lstStyle>
          <a:p>
            <a:fld id="{702F5215-B3E3-BB4F-B743-A092B7967A0B}" type="slidenum">
              <a:rPr lang="zh-CN" altLang="en-US"/>
              <a:pPr/>
              <a:t>‹#›</a:t>
            </a:fld>
            <a:endParaRPr lang="zh-CN" altLang="en-US"/>
          </a:p>
        </p:txBody>
      </p:sp>
      <p:sp>
        <p:nvSpPr>
          <p:cNvPr id="7" name="KSO_TEMPLATE" hidden="1">
            <a:extLst>
              <a:ext uri="{FF2B5EF4-FFF2-40B4-BE49-F238E27FC236}">
                <a16:creationId xmlns:a16="http://schemas.microsoft.com/office/drawing/2014/main" id="{43655DBA-20DE-BEE0-7972-BD3EC8E8B7C6}"/>
              </a:ext>
            </a:extLst>
          </p:cNvPr>
          <p:cNvSpPr/>
          <p:nvPr>
            <p:custDataLst>
              <p:tags r:id="rId18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  <a:endParaRPr lang="zh-CN" altLang="en-US" sz="1034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3145407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239" r:id="rId1"/>
    <p:sldLayoutId id="2147484240" r:id="rId2"/>
    <p:sldLayoutId id="2147484241" r:id="rId3"/>
    <p:sldLayoutId id="2147484242" r:id="rId4"/>
    <p:sldLayoutId id="2147484243" r:id="rId5"/>
    <p:sldLayoutId id="2147484244" r:id="rId6"/>
    <p:sldLayoutId id="2147484245" r:id="rId7"/>
    <p:sldLayoutId id="2147484246" r:id="rId8"/>
    <p:sldLayoutId id="2147484247" r:id="rId9"/>
    <p:sldLayoutId id="2147484248" r:id="rId10"/>
    <p:sldLayoutId id="2147484249" r:id="rId11"/>
  </p:sldLayoutIdLst>
  <p:txStyles>
    <p:titleStyle>
      <a:lvl1pPr algn="l" rtl="0" fontAlgn="base">
        <a:spcBef>
          <a:spcPct val="0"/>
        </a:spcBef>
        <a:spcAft>
          <a:spcPct val="0"/>
        </a:spcAft>
        <a:defRPr sz="2067" b="1" kern="1200" spc="148">
          <a:solidFill>
            <a:schemeClr val="tx1"/>
          </a:solidFill>
          <a:latin typeface="+mj-lt"/>
          <a:ea typeface="+mj-ea"/>
          <a:cs typeface="微软雅黑" panose="020B0503020204020204" pitchFamily="34" charset="-122"/>
        </a:defRPr>
      </a:lvl1pPr>
      <a:lvl2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2pPr>
      <a:lvl3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3pPr>
      <a:lvl4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4pPr>
      <a:lvl5pPr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5pPr>
      <a:lvl6pPr marL="337551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6pPr>
      <a:lvl7pPr marL="675102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7pPr>
      <a:lvl8pPr marL="1012652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8pPr>
      <a:lvl9pPr marL="1350203" algn="l" rtl="0" fontAlgn="base">
        <a:spcBef>
          <a:spcPct val="0"/>
        </a:spcBef>
        <a:spcAft>
          <a:spcPct val="0"/>
        </a:spcAft>
        <a:defRPr sz="2067" b="1">
          <a:solidFill>
            <a:schemeClr val="tx1"/>
          </a:solidFill>
          <a:latin typeface="Arial" panose="020B0604020202020204" pitchFamily="34" charset="0"/>
          <a:ea typeface="微软雅黑" panose="020B0503020204020204" pitchFamily="34" charset="-122"/>
          <a:cs typeface="微软雅黑" panose="020B0503020204020204" pitchFamily="34" charset="-122"/>
        </a:defRPr>
      </a:lvl9pPr>
    </p:titleStyle>
    <p:bodyStyle>
      <a:lvl1pPr marL="168775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1pPr>
      <a:lvl2pPr marL="506326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2pPr>
      <a:lvl3pPr marL="843877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3pPr>
      <a:lvl4pPr marL="1181428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4pPr>
      <a:lvl5pPr marL="1518978" indent="-168775" algn="l" rtl="0" fontAlgn="base">
        <a:lnSpc>
          <a:spcPct val="130000"/>
        </a:lnSpc>
        <a:spcBef>
          <a:spcPct val="0"/>
        </a:spcBef>
        <a:spcAft>
          <a:spcPts val="738"/>
        </a:spcAft>
        <a:buFont typeface="Arial" panose="020B0604020202020204" pitchFamily="34" charset="0"/>
        <a:buChar char="•"/>
        <a:tabLst>
          <a:tab pos="1188460" algn="l"/>
        </a:tabLst>
        <a:defRPr sz="1181" kern="1200" spc="111">
          <a:solidFill>
            <a:schemeClr val="tx1"/>
          </a:solidFill>
          <a:latin typeface="+mn-lt"/>
          <a:ea typeface="+mn-ea"/>
          <a:cs typeface="微软雅黑" panose="020B0503020204020204" pitchFamily="34" charset="-122"/>
        </a:defRPr>
      </a:lvl5pPr>
      <a:lvl6pPr marL="1856529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6pPr>
      <a:lvl7pPr marL="2194080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7pPr>
      <a:lvl8pPr marL="2531631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8pPr>
      <a:lvl9pPr marL="2869181" indent="-168775" algn="l" defTabSz="675102" rtl="0" eaLnBrk="1" latinLnBrk="0" hangingPunct="1">
        <a:lnSpc>
          <a:spcPct val="90000"/>
        </a:lnSpc>
        <a:spcBef>
          <a:spcPts val="369"/>
        </a:spcBef>
        <a:buFont typeface="Arial" panose="020B0604020202020204" pitchFamily="34" charset="0"/>
        <a:buChar char="•"/>
        <a:defRPr sz="132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1pPr>
      <a:lvl2pPr marL="337551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2pPr>
      <a:lvl3pPr marL="675102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3pPr>
      <a:lvl4pPr marL="1012652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4pPr>
      <a:lvl5pPr marL="1350203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5pPr>
      <a:lvl6pPr marL="1687754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6pPr>
      <a:lvl7pPr marL="2025305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7pPr>
      <a:lvl8pPr marL="2362855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8pPr>
      <a:lvl9pPr marL="2700406" algn="l" defTabSz="675102" rtl="0" eaLnBrk="1" latinLnBrk="0" hangingPunct="1">
        <a:defRPr sz="132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34.xml"/><Relationship Id="rId1" Type="http://schemas.openxmlformats.org/officeDocument/2006/relationships/tags" Target="../tags/tag7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.xml"/><Relationship Id="rId2" Type="http://schemas.openxmlformats.org/officeDocument/2006/relationships/slideLayout" Target="../slideLayouts/slideLayout34.xml"/><Relationship Id="rId1" Type="http://schemas.openxmlformats.org/officeDocument/2006/relationships/tags" Target="../tags/tag8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34.xml"/><Relationship Id="rId1" Type="http://schemas.openxmlformats.org/officeDocument/2006/relationships/tags" Target="../tags/tag8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34.xml"/><Relationship Id="rId1" Type="http://schemas.openxmlformats.org/officeDocument/2006/relationships/tags" Target="../tags/tag8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34.xml"/><Relationship Id="rId1" Type="http://schemas.openxmlformats.org/officeDocument/2006/relationships/tags" Target="../tags/tag8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6.xml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8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7.xml"/><Relationship Id="rId2" Type="http://schemas.openxmlformats.org/officeDocument/2006/relationships/slideLayout" Target="../slideLayouts/slideLayout23.xml"/><Relationship Id="rId1" Type="http://schemas.openxmlformats.org/officeDocument/2006/relationships/tags" Target="../tags/tag85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3F1386E6-5A90-EEB6-93BC-5455CBFF576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4593" y="289489"/>
            <a:ext cx="8011939" cy="830963"/>
          </a:xfrm>
        </p:spPr>
        <p:txBody>
          <a:bodyPr/>
          <a:lstStyle/>
          <a:p>
            <a:r>
              <a:rPr lang="zh-CN" altLang="en-US" sz="5316" dirty="0">
                <a:effectLst>
                  <a:outerShdw blurRad="38100" dist="38100" dir="2700000" algn="tl">
                    <a:srgbClr val="C0C0C0"/>
                  </a:outerShdw>
                </a:effectLst>
                <a:ea typeface="宋体" panose="02010600030101010101" pitchFamily="2" charset="-122"/>
              </a:rPr>
              <a:t>脚步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9CD515C8-3AEF-2BAF-C343-3658D8398C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祢的脚步带着我的脚步，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一步一步都有祝福。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每个脚步我要紧紧跟随，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走在蒙福的道路。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D477DA2B-B1C9-344B-5160-2D7A482B49E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3"/>
            <a:ext cx="8501844" cy="3500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求给我更多的勇气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给我更多的信心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让我勇敢踏出跟随祢的脚步。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跟祢行在水面上跟祢走在旷野地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曲曲折折我也不在乎。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7209164-D24E-131E-86DD-159C6041EE5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3"/>
            <a:ext cx="8501844" cy="3500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我只要更多信靠你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只要更多顺服祢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凡是出于祢的我就默然不语。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就算经过黑暗谷  就算遇到暴风雨，</a:t>
            </a:r>
          </a:p>
          <a:p>
            <a:pPr defTabSz="675102" fontAlgn="base">
              <a:spcBef>
                <a:spcPct val="0"/>
              </a:spcBef>
              <a:spcAft>
                <a:spcPct val="0"/>
              </a:spcAft>
              <a:buClrTx/>
            </a:pPr>
            <a:r>
              <a:rPr lang="zh-CN" altLang="en-US" sz="4430" kern="1200">
                <a:solidFill>
                  <a:prstClr val="black"/>
                </a:solidFill>
                <a:latin typeface="Arial" panose="020B0604020202020204" pitchFamily="34" charset="0"/>
                <a:ea typeface="宋体" panose="02010600030101010101" pitchFamily="2" charset="-122"/>
              </a:rPr>
              <a:t>在祢手中都将变成祝福。</a:t>
            </a:r>
          </a:p>
        </p:txBody>
      </p:sp>
    </p:spTree>
    <p:custDataLst>
      <p:tags r:id="rId1"/>
    </p:custData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" fill="hold"/>
                                        <p:tgtEl>
                                          <p:spTgt spid="2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1F1C7779-413C-AD02-C44C-F17447DDDB5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4593" y="289489"/>
            <a:ext cx="8011939" cy="830963"/>
          </a:xfrm>
        </p:spPr>
        <p:txBody>
          <a:bodyPr/>
          <a:lstStyle/>
          <a:p>
            <a:r>
              <a:rPr lang="zh-CN" altLang="en-US" sz="5316">
                <a:effectLst>
                  <a:outerShdw blurRad="38100" dist="38100" dir="2700000" algn="tl">
                    <a:srgbClr val="C0C0C0"/>
                  </a:outerShdw>
                </a:effectLst>
                <a:ea typeface="宋体" panose="02010600030101010101" pitchFamily="2" charset="-122"/>
              </a:rPr>
              <a:t>我一生要赞美你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F87B02CD-9AA8-14B9-E08C-1AE6460DAC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3"/>
            <a:ext cx="7751750" cy="350095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 dirty="0">
                <a:ea typeface="宋体" panose="02010600030101010101" pitchFamily="2" charset="-122"/>
              </a:rPr>
              <a:t>高唱主我爱你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高举我双手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来赞美你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我的心充满欢喜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我要歌唱来颂扬你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89D6130-8DA7-0DC4-7949-00C831EFD1F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 dirty="0">
                <a:ea typeface="宋体" panose="02010600030101010101" pitchFamily="2" charset="-122"/>
              </a:rPr>
              <a:t>高唱哈利路亚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我的心充满欢喜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高唱主我爱你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我一生要赞美你 </a:t>
            </a:r>
          </a:p>
        </p:txBody>
      </p:sp>
    </p:spTree>
    <p:custDataLst>
      <p:tags r:id="rId1"/>
    </p:custData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02F06746-EF78-C233-C108-BAFDC1C386B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4593" y="289489"/>
            <a:ext cx="8011939" cy="830963"/>
          </a:xfrm>
        </p:spPr>
        <p:txBody>
          <a:bodyPr/>
          <a:lstStyle/>
          <a:p>
            <a:r>
              <a:rPr lang="zh-CN" altLang="en-US" sz="5316">
                <a:effectLst>
                  <a:outerShdw blurRad="38100" dist="38100" dir="2700000" algn="tl">
                    <a:srgbClr val="C0C0C0"/>
                  </a:outerShdw>
                </a:effectLst>
                <a:ea typeface="宋体" panose="02010600030101010101" pitchFamily="2" charset="-122"/>
              </a:rPr>
              <a:t>在这个时刻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17B70BC-448B-C20A-3E3E-678D210E49C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在这个时刻，我向主歌唱，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唱出一首爱的诗歌。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在这个时刻，我高举双手，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向我的主高举双手。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AA0BA27E-E97E-EAC9-E2B2-78EAEBFDCBA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欢唱，我爱你，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主，欢唱，我爱你，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主，欢唱，我爱你，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主，我爱你。</a:t>
            </a:r>
          </a:p>
        </p:txBody>
      </p:sp>
    </p:spTree>
    <p:custDataLst>
      <p:tags r:id="rId1"/>
    </p:custData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5ED7F7AB-9652-9532-CB14-0060E6B6825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4593" y="289489"/>
            <a:ext cx="8011939" cy="830963"/>
          </a:xfrm>
        </p:spPr>
        <p:txBody>
          <a:bodyPr/>
          <a:lstStyle/>
          <a:p>
            <a:r>
              <a:rPr lang="zh-CN" altLang="en-US" sz="5316" dirty="0">
                <a:effectLst>
                  <a:outerShdw blurRad="38100" dist="38100" dir="2700000" algn="tl">
                    <a:srgbClr val="C0C0C0"/>
                  </a:outerShdw>
                </a:effectLst>
                <a:ea typeface="宋体" panose="02010600030101010101" pitchFamily="2" charset="-122"/>
              </a:rPr>
              <a:t>主赐给我的所有恩典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7D3676A-36AF-E63C-BEE2-4FD0C86933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耶稣，祢的爱拴住了我，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灵里喜乐，高声来歌唱；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这希望的土地，是主所喜悦的，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我要把爱奉献给祢。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463C2564-5101-1E9C-20F3-7648E0F5FC2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耶稣，祢的灵临格在我身，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灵里喜乐，高声赞美主；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这神圣的土地，是主所眷顾的，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我要全心来敬拜祢。</a:t>
            </a: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9FE6C75-88DF-EDAA-A947-AB6EAD92055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 dirty="0">
                <a:ea typeface="宋体" panose="02010600030101010101" pitchFamily="2" charset="-122"/>
              </a:rPr>
              <a:t>主赐给我的所有恩典，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我浑身是口说不尽；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我全心跟随祢，赐我乐意的灵，</a:t>
            </a:r>
          </a:p>
          <a:p>
            <a:r>
              <a:rPr lang="zh-CN" altLang="en-US" sz="4430" dirty="0">
                <a:ea typeface="宋体" panose="02010600030101010101" pitchFamily="2" charset="-122"/>
              </a:rPr>
              <a:t>把这生命奉献给祢。</a:t>
            </a:r>
          </a:p>
        </p:txBody>
      </p:sp>
    </p:spTree>
    <p:custDataLst>
      <p:tags r:id="rId1"/>
    </p:custData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 nodeType="clickPar">
                      <p:stCondLst>
                        <p:cond delay="indefinite"/>
                      </p:stCondLst>
                      <p:childTnLst>
                        <p:par>
                          <p:cTn id="1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" fill="hold"/>
                                        <p:tgtEl>
                                          <p:spTgt spid="2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C514F544-BCE6-E534-DF4D-FA4BBE53E6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4593" y="289489"/>
            <a:ext cx="8011939" cy="830963"/>
          </a:xfrm>
        </p:spPr>
        <p:txBody>
          <a:bodyPr/>
          <a:lstStyle/>
          <a:p>
            <a:r>
              <a:rPr lang="zh-CN" altLang="en-US" sz="5316" dirty="0">
                <a:effectLst>
                  <a:outerShdw blurRad="38100" dist="38100" dir="2700000" algn="tl">
                    <a:srgbClr val="C0C0C0"/>
                  </a:outerShdw>
                </a:effectLst>
                <a:ea typeface="宋体" panose="02010600030101010101" pitchFamily="2" charset="-122"/>
              </a:rPr>
              <a:t>轻轻听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B55182E-34C5-61A3-8E5F-0393F591E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轻轻听，我要轻轻听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我要侧耳听我主声音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轻轻听，祂在轻轻听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我的牧人认得我声音</a:t>
            </a: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F3361A4C-551B-623E-3B57-99E2B6D3B22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281923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祂是大牧者，生命的主宰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我一生只听随主声音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祂是大牧者，生命的主宰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我的牧人认得我声音</a:t>
            </a:r>
          </a:p>
        </p:txBody>
      </p:sp>
    </p:spTree>
    <p:custDataLst>
      <p:tags r:id="rId1"/>
    </p:custData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 nodeType="clickPar">
                      <p:stCondLst>
                        <p:cond delay="indefinite"/>
                      </p:stCondLst>
                      <p:childTnLst>
                        <p:par>
                          <p:cTn id="1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5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" fill="hold"/>
                                        <p:tgtEl>
                                          <p:spTgt spid="8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8" name="Google Shape;278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" y="2"/>
            <a:ext cx="9001125" cy="5400675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6"/>
          <p:cNvSpPr/>
          <p:nvPr/>
        </p:nvSpPr>
        <p:spPr>
          <a:xfrm>
            <a:off x="10" y="2"/>
            <a:ext cx="9001125" cy="5400675"/>
          </a:xfrm>
          <a:prstGeom prst="roundRect">
            <a:avLst>
              <a:gd name="adj" fmla="val 0"/>
            </a:avLst>
          </a:prstGeom>
          <a:solidFill>
            <a:schemeClr val="dk1">
              <a:alpha val="64705"/>
            </a:schemeClr>
          </a:solidFill>
          <a:ln>
            <a:noFill/>
          </a:ln>
        </p:spPr>
        <p:txBody>
          <a:bodyPr spcFirstLastPara="1" wrap="square" lIns="69125" tIns="34550" rIns="69125" bIns="34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280" name="Google Shape;280;p6"/>
          <p:cNvGrpSpPr/>
          <p:nvPr/>
        </p:nvGrpSpPr>
        <p:grpSpPr>
          <a:xfrm>
            <a:off x="1219537" y="1116161"/>
            <a:ext cx="5507593" cy="3481503"/>
            <a:chOff x="2632363" y="1837538"/>
            <a:chExt cx="3879273" cy="3182922"/>
          </a:xfrm>
        </p:grpSpPr>
        <p:sp>
          <p:nvSpPr>
            <p:cNvPr id="281" name="Google Shape;281;p6"/>
            <p:cNvSpPr/>
            <p:nvPr/>
          </p:nvSpPr>
          <p:spPr>
            <a:xfrm>
              <a:off x="2632363" y="1837538"/>
              <a:ext cx="3879273" cy="3182922"/>
            </a:xfrm>
            <a:prstGeom prst="wedgeRoundRectCallout">
              <a:avLst>
                <a:gd name="adj1" fmla="val -36109"/>
                <a:gd name="adj2" fmla="val 64439"/>
                <a:gd name="adj3" fmla="val 16667"/>
              </a:avLst>
            </a:prstGeom>
            <a:solidFill>
              <a:schemeClr val="dk1">
                <a:alpha val="29803"/>
              </a:schemeClr>
            </a:solidFill>
            <a:ln w="38100" cap="flat" cmpd="sng">
              <a:solidFill>
                <a:schemeClr val="lt1"/>
              </a:solidFill>
              <a:prstDash val="dot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 dirty="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282" name="Google Shape;282;p6"/>
            <p:cNvSpPr txBox="1"/>
            <p:nvPr/>
          </p:nvSpPr>
          <p:spPr>
            <a:xfrm>
              <a:off x="2772712" y="2108669"/>
              <a:ext cx="3598588" cy="241987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3200" b="1" i="0" u="none" strike="noStrike" cap="none" dirty="0">
                  <a:solidFill>
                    <a:schemeClr val="lt1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各位亲爱的弟兄姊妹</a:t>
              </a:r>
              <a:endParaRPr sz="3200" b="1" i="0" u="none" strike="noStrike" cap="none" dirty="0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endParaRPr>
            </a:p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3200" b="1" i="0" u="none" strike="noStrike" cap="none" dirty="0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主内平安！</a:t>
              </a:r>
              <a:endParaRPr sz="3200" b="0" i="0" u="none" strike="noStrike" cap="none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3200" b="1" i="0" u="none" strike="noStrike" cap="none" dirty="0">
                  <a:solidFill>
                    <a:schemeClr val="lt1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欢迎第一次来这里的朋友们</a:t>
              </a:r>
              <a:endParaRPr sz="3200" b="1" i="0" u="none" strike="noStrike" cap="none" dirty="0">
                <a:solidFill>
                  <a:schemeClr val="lt1"/>
                </a:solidFill>
                <a:latin typeface="Microsoft YaHei"/>
                <a:ea typeface="Microsoft YaHei"/>
                <a:cs typeface="Microsoft YaHei"/>
                <a:sym typeface="Microsoft YaHei"/>
              </a:endParaRPr>
            </a:p>
            <a:p>
              <a:pPr marL="0" marR="0" lvl="0" indent="0" algn="ctr" rtl="0">
                <a:lnSpc>
                  <a:spcPct val="15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3200" b="1" i="0" u="none" strike="noStrike" cap="none" dirty="0">
                  <a:solidFill>
                    <a:srgbClr val="FFFF00"/>
                  </a:solidFill>
                  <a:latin typeface="Microsoft YaHei"/>
                  <a:ea typeface="Microsoft YaHei"/>
                  <a:cs typeface="Microsoft YaHei"/>
                  <a:sym typeface="Microsoft YaHei"/>
                </a:rPr>
                <a:t>耶稣爱你！</a:t>
              </a:r>
              <a:endParaRPr sz="1000" b="0" i="0" u="none" strike="noStrike" cap="none" dirty="0">
                <a:solidFill>
                  <a:srgbClr val="FFFF00"/>
                </a:solidFill>
                <a:latin typeface="Microsoft YaHei"/>
                <a:ea typeface="Microsoft YaHei"/>
                <a:cs typeface="Microsoft YaHei"/>
                <a:sym typeface="Microsoft YaHei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11"/>
          <p:cNvSpPr txBox="1"/>
          <p:nvPr/>
        </p:nvSpPr>
        <p:spPr>
          <a:xfrm>
            <a:off x="1908277" y="1836243"/>
            <a:ext cx="5472608" cy="1107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6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使 徒 信 经</a:t>
            </a:r>
            <a:endParaRPr/>
          </a:p>
        </p:txBody>
      </p:sp>
      <p:sp>
        <p:nvSpPr>
          <p:cNvPr id="314" name="Google Shape;314;p11"/>
          <p:cNvSpPr/>
          <p:nvPr/>
        </p:nvSpPr>
        <p:spPr>
          <a:xfrm>
            <a:off x="1476226" y="1692225"/>
            <a:ext cx="5112568" cy="1440160"/>
          </a:xfrm>
          <a:prstGeom prst="rect">
            <a:avLst/>
          </a:prstGeom>
          <a:noFill/>
          <a:ln w="3810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"/>
          <p:cNvSpPr txBox="1"/>
          <p:nvPr/>
        </p:nvSpPr>
        <p:spPr>
          <a:xfrm>
            <a:off x="10" y="654357"/>
            <a:ext cx="9001125" cy="37839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我信上帝全能的父</a:t>
            </a:r>
            <a:endParaRPr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创造天地的主</a:t>
            </a:r>
            <a:endParaRPr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我信我主耶稣基督</a:t>
            </a:r>
            <a:endParaRPr lang="zh-CN" altLang="en-US"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altLang="en-US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上帝独生的子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12"/>
          <p:cNvSpPr txBox="1"/>
          <p:nvPr/>
        </p:nvSpPr>
        <p:spPr>
          <a:xfrm>
            <a:off x="-71433" y="671449"/>
            <a:ext cx="9143990" cy="2860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因圣灵感孕</a:t>
            </a:r>
            <a:endParaRPr kumimoji="0" sz="6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由童贞女马利亚所生</a:t>
            </a:r>
            <a:endParaRPr kumimoji="0" sz="6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在本丢彼拉多手下受难</a:t>
            </a:r>
            <a:endParaRPr kumimoji="0" sz="6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328670074"/>
      </p:ext>
    </p:extLst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3"/>
          <p:cNvSpPr txBox="1"/>
          <p:nvPr/>
        </p:nvSpPr>
        <p:spPr>
          <a:xfrm>
            <a:off x="-1" y="870381"/>
            <a:ext cx="9001125" cy="2860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被钉于十字架，受死，埋葬</a:t>
            </a:r>
            <a:r>
              <a:rPr lang="en-US" alt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zh-CN" sz="6000" b="1" dirty="0">
                <a:solidFill>
                  <a:schemeClr val="dk1"/>
                </a:solidFill>
              </a:rPr>
              <a:t> </a:t>
            </a: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降在阴间</a:t>
            </a:r>
            <a:endParaRPr sz="6000" dirty="0"/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第三天从死人中复活升天</a:t>
            </a:r>
            <a:endParaRPr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13"/>
          <p:cNvSpPr txBox="1"/>
          <p:nvPr/>
        </p:nvSpPr>
        <p:spPr>
          <a:xfrm>
            <a:off x="-68367" y="870381"/>
            <a:ext cx="9137857" cy="2860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坐在全能父上帝的右边</a:t>
            </a:r>
            <a:endParaRPr kumimoji="0" sz="6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将来必从那里降临</a:t>
            </a:r>
            <a:endParaRPr kumimoji="0" sz="6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审判活人死人</a:t>
            </a:r>
            <a:endParaRPr kumimoji="0" sz="6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679906376"/>
      </p:ext>
    </p:extLst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4"/>
          <p:cNvSpPr txBox="1"/>
          <p:nvPr/>
        </p:nvSpPr>
        <p:spPr>
          <a:xfrm>
            <a:off x="-1" y="860509"/>
            <a:ext cx="9001125" cy="2860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我信圣灵</a:t>
            </a:r>
            <a:endParaRPr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我信圣而公之教会</a:t>
            </a:r>
            <a:endParaRPr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0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我信圣徒相通</a:t>
            </a:r>
            <a:endParaRPr sz="60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14"/>
          <p:cNvSpPr txBox="1"/>
          <p:nvPr/>
        </p:nvSpPr>
        <p:spPr>
          <a:xfrm>
            <a:off x="-1" y="860509"/>
            <a:ext cx="9001125" cy="2860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我信罪得赦免</a:t>
            </a:r>
            <a:endParaRPr kumimoji="0" sz="6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我信身体复活</a:t>
            </a:r>
            <a:endParaRPr kumimoji="0" sz="6000" b="1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60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我信永生。阿们。</a:t>
            </a:r>
            <a:endParaRPr kumimoji="0" sz="60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403173410"/>
      </p:ext>
    </p:extLst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" y="2"/>
            <a:ext cx="9001125" cy="5400675"/>
          </a:xfrm>
          <a:prstGeom prst="rect">
            <a:avLst/>
          </a:prstGeom>
          <a:noFill/>
          <a:ln>
            <a:noFill/>
          </a:ln>
        </p:spPr>
      </p:pic>
      <p:sp>
        <p:nvSpPr>
          <p:cNvPr id="288" name="Google Shape;288;p7"/>
          <p:cNvSpPr/>
          <p:nvPr/>
        </p:nvSpPr>
        <p:spPr>
          <a:xfrm>
            <a:off x="10" y="0"/>
            <a:ext cx="9001125" cy="5400676"/>
          </a:xfrm>
          <a:prstGeom prst="roundRect">
            <a:avLst>
              <a:gd name="adj" fmla="val 0"/>
            </a:avLst>
          </a:prstGeom>
          <a:solidFill>
            <a:schemeClr val="dk1">
              <a:alpha val="44705"/>
            </a:schemeClr>
          </a:solidFill>
          <a:ln>
            <a:noFill/>
          </a:ln>
        </p:spPr>
        <p:txBody>
          <a:bodyPr spcFirstLastPara="1" wrap="square" lIns="69125" tIns="34550" rIns="69125" bIns="34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b="0" i="0" u="none" strike="noStrike" cap="none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289" name="Google Shape;289;p7"/>
          <p:cNvGrpSpPr/>
          <p:nvPr/>
        </p:nvGrpSpPr>
        <p:grpSpPr>
          <a:xfrm>
            <a:off x="1590067" y="1485566"/>
            <a:ext cx="5821011" cy="1794490"/>
            <a:chOff x="2035834" y="1992702"/>
            <a:chExt cx="7884544" cy="2278717"/>
          </a:xfrm>
        </p:grpSpPr>
        <p:sp>
          <p:nvSpPr>
            <p:cNvPr id="290" name="Google Shape;290;p7"/>
            <p:cNvSpPr txBox="1"/>
            <p:nvPr/>
          </p:nvSpPr>
          <p:spPr>
            <a:xfrm>
              <a:off x="3765373" y="2163150"/>
              <a:ext cx="4425468" cy="15437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7300" b="1" i="0" u="none" strike="noStrike" cap="non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默    祷</a:t>
              </a:r>
              <a:endParaRPr sz="7300" b="1" i="0" u="none" strike="noStrike" cap="non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1" name="Google Shape;291;p7"/>
            <p:cNvSpPr/>
            <p:nvPr/>
          </p:nvSpPr>
          <p:spPr>
            <a:xfrm>
              <a:off x="2035834" y="1992702"/>
              <a:ext cx="7884544" cy="2278717"/>
            </a:xfrm>
            <a:prstGeom prst="rect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92" name="Google Shape;292;p7"/>
          <p:cNvSpPr txBox="1"/>
          <p:nvPr/>
        </p:nvSpPr>
        <p:spPr>
          <a:xfrm>
            <a:off x="3132415" y="2764216"/>
            <a:ext cx="3312368" cy="8002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 i="0" u="none" strike="noStrike" cap="none">
                <a:solidFill>
                  <a:schemeClr val="lt1"/>
                </a:solidFill>
                <a:latin typeface="MS PGothic"/>
                <a:ea typeface="MS PGothic"/>
                <a:cs typeface="MS PGothic"/>
                <a:sym typeface="MS PGothic"/>
              </a:rPr>
              <a:t>SILENT  PRAYER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BA2328F0-7A7C-F442-85C6-726176A00CCC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956369" y="60007"/>
            <a:ext cx="7200900" cy="840105"/>
          </a:xfrm>
        </p:spPr>
        <p:txBody>
          <a:bodyPr/>
          <a:lstStyle/>
          <a:p>
            <a:r>
              <a:rPr lang="zh-CN" altLang="en-US" sz="5198" b="1" dirty="0">
                <a:effectLst>
                  <a:outerShdw blurRad="38100" dist="38100" dir="2700000" algn="tl">
                    <a:srgbClr val="C0C0C0"/>
                  </a:outerShdw>
                </a:effectLst>
                <a:latin typeface="宋体" panose="02010600030101010101" pitchFamily="2" charset="-122"/>
              </a:rPr>
              <a:t>主我敬拜你</a:t>
            </a:r>
          </a:p>
        </p:txBody>
      </p:sp>
      <p:sp>
        <p:nvSpPr>
          <p:cNvPr id="35844" name="Text Box 4">
            <a:extLst>
              <a:ext uri="{FF2B5EF4-FFF2-40B4-BE49-F238E27FC236}">
                <a16:creationId xmlns:a16="http://schemas.microsoft.com/office/drawing/2014/main" id="{383D4639-7F10-1D49-94CB-3AC3AAD693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5364" y="1345222"/>
            <a:ext cx="8650396" cy="27102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>
            <a:lvl1pPr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defTabSz="720090" eaLnBrk="1" fontAlgn="base" hangingPunct="1">
              <a:spcBef>
                <a:spcPct val="0"/>
              </a:spcBef>
              <a:spcAft>
                <a:spcPct val="0"/>
              </a:spcAft>
              <a:buClrTx/>
            </a:pPr>
            <a:r>
              <a:rPr kumimoji="1" lang="zh-CN" altLang="en-US" sz="4253" kern="1200" dirty="0">
                <a:solidFill>
                  <a:srgbClr val="00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宋体" panose="02010600030101010101" pitchFamily="2" charset="-122"/>
                <a:cs typeface="+mn-cs"/>
              </a:rPr>
              <a:t>主我敬拜你 敞开在你的面前</a:t>
            </a:r>
            <a:endParaRPr kumimoji="1" lang="en-US" altLang="zh-CN" sz="4253" kern="1200" dirty="0">
              <a:solidFill>
                <a:srgbClr val="0033CC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宋体" panose="02010600030101010101" pitchFamily="2" charset="-122"/>
              <a:cs typeface="+mn-cs"/>
            </a:endParaRPr>
          </a:p>
          <a:p>
            <a:pPr algn="ctr" defTabSz="720090" eaLnBrk="1" fontAlgn="base" hangingPunct="1">
              <a:spcBef>
                <a:spcPct val="0"/>
              </a:spcBef>
              <a:spcAft>
                <a:spcPct val="0"/>
              </a:spcAft>
              <a:buClrTx/>
            </a:pPr>
            <a:r>
              <a:rPr kumimoji="1" lang="zh-CN" altLang="en-US" sz="4253" kern="1200" dirty="0">
                <a:solidFill>
                  <a:srgbClr val="00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宋体" panose="02010600030101010101" pitchFamily="2" charset="-122"/>
                <a:cs typeface="+mn-cs"/>
              </a:rPr>
              <a:t>主我敬拜你 俯伏在你宝座前敬拜你</a:t>
            </a:r>
            <a:endParaRPr kumimoji="1" lang="en-US" altLang="zh-CN" sz="4253" kern="1200" dirty="0">
              <a:solidFill>
                <a:srgbClr val="0033CC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宋体" panose="02010600030101010101" pitchFamily="2" charset="-122"/>
              <a:cs typeface="+mn-cs"/>
            </a:endParaRPr>
          </a:p>
          <a:p>
            <a:pPr algn="ctr" defTabSz="720090" eaLnBrk="1" fontAlgn="base" hangingPunct="1">
              <a:spcBef>
                <a:spcPct val="0"/>
              </a:spcBef>
              <a:spcAft>
                <a:spcPct val="0"/>
              </a:spcAft>
              <a:buClrTx/>
            </a:pPr>
            <a:r>
              <a:rPr kumimoji="1" lang="zh-CN" altLang="en-US" sz="4253" kern="1200" dirty="0">
                <a:solidFill>
                  <a:srgbClr val="00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宋体" panose="02010600030101010101" pitchFamily="2" charset="-122"/>
                <a:cs typeface="+mn-cs"/>
              </a:rPr>
              <a:t>天军向你屈膝 众天使围绕你座前</a:t>
            </a:r>
            <a:endParaRPr kumimoji="1" lang="en-US" altLang="zh-CN" sz="4253" kern="1200" dirty="0">
              <a:solidFill>
                <a:srgbClr val="0033CC"/>
              </a:solidFill>
              <a:effectLst>
                <a:outerShdw blurRad="38100" dist="38100" dir="2700000" algn="tl">
                  <a:srgbClr val="C0C0C0"/>
                </a:outerShdw>
              </a:effectLst>
              <a:latin typeface="宋体" panose="02010600030101010101" pitchFamily="2" charset="-122"/>
              <a:cs typeface="+mn-cs"/>
            </a:endParaRPr>
          </a:p>
          <a:p>
            <a:pPr algn="ctr" defTabSz="720090" eaLnBrk="1" fontAlgn="base" hangingPunct="1">
              <a:spcBef>
                <a:spcPct val="0"/>
              </a:spcBef>
              <a:spcAft>
                <a:spcPct val="0"/>
              </a:spcAft>
              <a:buClrTx/>
            </a:pPr>
            <a:r>
              <a:rPr kumimoji="1" lang="zh-CN" altLang="en-US" sz="4253" kern="1200" dirty="0">
                <a:solidFill>
                  <a:srgbClr val="00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宋体" panose="02010600030101010101" pitchFamily="2" charset="-122"/>
                <a:cs typeface="+mn-cs"/>
              </a:rPr>
              <a:t>主我双手举起 屈膝你宝座前敬拜你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4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ox(in)">
                                      <p:cBhvr>
                                        <p:cTn id="7" dur="500"/>
                                        <p:tgtEl>
                                          <p:spTgt spid="358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5844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358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842" grpId="0" autoUpdateAnimBg="0"/>
      <p:bldP spid="35844" grpId="0" autoUpdateAnimBg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4" name="Google Shape;334;p1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" y="1"/>
            <a:ext cx="9001125" cy="5400674"/>
          </a:xfrm>
          <a:prstGeom prst="rect">
            <a:avLst/>
          </a:prstGeom>
          <a:noFill/>
          <a:ln>
            <a:noFill/>
          </a:ln>
        </p:spPr>
      </p:pic>
      <p:sp>
        <p:nvSpPr>
          <p:cNvPr id="335" name="Google Shape;335;p15"/>
          <p:cNvSpPr/>
          <p:nvPr/>
        </p:nvSpPr>
        <p:spPr>
          <a:xfrm>
            <a:off x="10" y="2"/>
            <a:ext cx="9001125" cy="5400675"/>
          </a:xfrm>
          <a:prstGeom prst="roundRect">
            <a:avLst>
              <a:gd name="adj" fmla="val 0"/>
            </a:avLst>
          </a:prstGeom>
          <a:solidFill>
            <a:schemeClr val="dk1">
              <a:alpha val="49803"/>
            </a:schemeClr>
          </a:solidFill>
          <a:ln>
            <a:noFill/>
          </a:ln>
        </p:spPr>
        <p:txBody>
          <a:bodyPr spcFirstLastPara="1" wrap="square" lIns="69125" tIns="34550" rIns="69125" bIns="34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336" name="Google Shape;336;p15"/>
          <p:cNvSpPr/>
          <p:nvPr/>
        </p:nvSpPr>
        <p:spPr>
          <a:xfrm>
            <a:off x="10" y="3636451"/>
            <a:ext cx="9001125" cy="1184875"/>
          </a:xfrm>
          <a:prstGeom prst="rect">
            <a:avLst/>
          </a:prstGeom>
          <a:solidFill>
            <a:schemeClr val="dk1">
              <a:alpha val="29803"/>
            </a:schemeClr>
          </a:solidFill>
          <a:ln>
            <a:noFill/>
          </a:ln>
        </p:spPr>
        <p:txBody>
          <a:bodyPr spcFirstLastPara="1" wrap="square" lIns="69125" tIns="34550" rIns="69125" bIns="34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2800" b="1" dirty="0" err="1">
                <a:solidFill>
                  <a:schemeClr val="lt1"/>
                </a:solidFill>
              </a:rPr>
              <a:t>李健执事</a:t>
            </a:r>
            <a:endParaRPr sz="2800" b="1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37" name="Google Shape;337;p15"/>
          <p:cNvGrpSpPr/>
          <p:nvPr/>
        </p:nvGrpSpPr>
        <p:grpSpPr>
          <a:xfrm>
            <a:off x="1836280" y="1395497"/>
            <a:ext cx="5502793" cy="1794490"/>
            <a:chOff x="2035834" y="1992702"/>
            <a:chExt cx="7884544" cy="2278717"/>
          </a:xfrm>
        </p:grpSpPr>
        <p:sp>
          <p:nvSpPr>
            <p:cNvPr id="338" name="Google Shape;338;p15"/>
            <p:cNvSpPr txBox="1"/>
            <p:nvPr/>
          </p:nvSpPr>
          <p:spPr>
            <a:xfrm>
              <a:off x="2672709" y="2186623"/>
              <a:ext cx="6828917" cy="15437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7300" b="1" dirty="0">
                  <a:solidFill>
                    <a:schemeClr val="lt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代 表 祷 告</a:t>
              </a:r>
              <a:endParaRPr sz="7300" b="1" dirty="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39" name="Google Shape;339;p15"/>
            <p:cNvSpPr/>
            <p:nvPr/>
          </p:nvSpPr>
          <p:spPr>
            <a:xfrm>
              <a:off x="2035834" y="1992702"/>
              <a:ext cx="7884544" cy="2278717"/>
            </a:xfrm>
            <a:prstGeom prst="rect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  <p:sp>
        <p:nvSpPr>
          <p:cNvPr id="340" name="Google Shape;340;p15"/>
          <p:cNvSpPr txBox="1"/>
          <p:nvPr/>
        </p:nvSpPr>
        <p:spPr>
          <a:xfrm>
            <a:off x="2772370" y="2700338"/>
            <a:ext cx="4536504" cy="4616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400">
                <a:solidFill>
                  <a:schemeClr val="lt1"/>
                </a:solidFill>
                <a:latin typeface="MS PGothic"/>
                <a:ea typeface="MS PGothic"/>
                <a:cs typeface="MS PGothic"/>
                <a:sym typeface="MS PGothic"/>
              </a:rPr>
              <a:t>REPRESENTATIVE  PRAYER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>
            <a:extLst>
              <a:ext uri="{FF2B5EF4-FFF2-40B4-BE49-F238E27FC236}">
                <a16:creationId xmlns:a16="http://schemas.microsoft.com/office/drawing/2014/main" id="{6D9A24F0-160E-A528-E379-E7CA99EA9FF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42900" y="0"/>
            <a:ext cx="8484577" cy="526297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altLang="zh-CN" sz="3600" b="1" i="0" u="none" strike="noStrike" kern="0" cap="none" spc="0" normalizeH="0" baseline="3000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altLang="zh-CN" sz="3600" b="1" i="0" u="none" strike="noStrike" kern="0" cap="none" spc="0" normalizeH="0" baseline="3000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CN" sz="3600" b="1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6</a:t>
            </a:r>
            <a:r>
              <a:rPr kumimoji="0" lang="zh-CN" alt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我现在被浇奠，我离世的时候到了。</a:t>
            </a:r>
            <a:endParaRPr kumimoji="0" lang="en-US" altLang="zh-CN" sz="3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kumimoji="0" lang="en-US" altLang="zh-CN" sz="3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CN" sz="3600" b="1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7</a:t>
            </a:r>
            <a:r>
              <a:rPr kumimoji="0" lang="zh-CN" alt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那美好的仗我已经打过了，当跑的路我已经跑尽了，所信的道我已经守住了。</a:t>
            </a:r>
            <a:endParaRPr kumimoji="0" lang="en-US" altLang="zh-CN" sz="3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zh-CN" alt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</a:t>
            </a:r>
            <a:endParaRPr kumimoji="0" lang="en-US" altLang="zh-CN" sz="36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altLang="zh-CN" sz="3600" b="1" i="0" u="none" strike="noStrike" kern="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8</a:t>
            </a:r>
            <a:r>
              <a:rPr kumimoji="0" lang="zh-CN" alt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t> 从此以后，有公义的冠冕为我存留，就是按着公义审判的主到了那日要赐给我的；不但赐给我，也赐给凡爱慕他显现的人。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38450809"/>
      </p:ext>
    </p:ext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9A261022-0103-349F-92FC-7E497C4B2E53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94593" y="289489"/>
            <a:ext cx="8011939" cy="830963"/>
          </a:xfrm>
        </p:spPr>
        <p:txBody>
          <a:bodyPr/>
          <a:lstStyle/>
          <a:p>
            <a:r>
              <a:rPr lang="zh-CN" altLang="en-US" sz="5316">
                <a:effectLst>
                  <a:outerShdw blurRad="38100" dist="38100" dir="2700000" algn="tl">
                    <a:srgbClr val="C0C0C0"/>
                  </a:outerShdw>
                </a:effectLst>
                <a:ea typeface="宋体" panose="02010600030101010101" pitchFamily="2" charset="-122"/>
              </a:rPr>
              <a:t>求主给我一颗心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016567E-35B3-0C13-3B22-409FBCFB33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4593" y="1521284"/>
            <a:ext cx="7751750" cy="48644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/>
          <a:p>
            <a:r>
              <a:rPr lang="zh-CN" altLang="en-US" sz="4430">
                <a:ea typeface="宋体" panose="02010600030101010101" pitchFamily="2" charset="-122"/>
              </a:rPr>
              <a:t>求主给我一颗心  为你而活 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抛开世上所有  不再思索 </a:t>
            </a:r>
          </a:p>
          <a:p>
            <a:r>
              <a:rPr lang="zh-CN" altLang="en-US" sz="4430">
                <a:ea typeface="宋体" panose="02010600030101010101" pitchFamily="2" charset="-122"/>
              </a:rPr>
              <a:t>给我力量不至滑脚</a:t>
            </a:r>
          </a:p>
          <a:p>
            <a:r>
              <a:rPr lang="zh-CN" altLang="en-US" sz="4430">
                <a:ea typeface="宋体" panose="02010600030101010101" pitchFamily="2" charset="-122"/>
                <a:sym typeface="微软雅黑" panose="020B0503020204020204" pitchFamily="34" charset="-122"/>
              </a:rPr>
              <a:t>走余剩几里路 </a:t>
            </a:r>
            <a:endParaRPr lang="zh-CN" altLang="en-US" sz="4430">
              <a:ea typeface="宋体" panose="02010600030101010101" pitchFamily="2" charset="-122"/>
            </a:endParaRPr>
          </a:p>
          <a:p>
            <a:r>
              <a:rPr lang="zh-CN" altLang="en-US" sz="4430">
                <a:ea typeface="宋体" panose="02010600030101010101" pitchFamily="2" charset="-122"/>
                <a:sym typeface="微软雅黑" panose="020B0503020204020204" pitchFamily="34" charset="-122"/>
              </a:rPr>
              <a:t>无论在何时何方 愿主来保守</a:t>
            </a:r>
            <a:endParaRPr lang="zh-CN" altLang="en-US" sz="4430">
              <a:ea typeface="宋体" panose="02010600030101010101" pitchFamily="2" charset="-122"/>
            </a:endParaRPr>
          </a:p>
          <a:p>
            <a:endParaRPr lang="zh-CN" altLang="en-US" sz="4430">
              <a:ea typeface="宋体" panose="02010600030101010101" pitchFamily="2" charset="-122"/>
            </a:endParaRPr>
          </a:p>
          <a:p>
            <a:endParaRPr lang="zh-CN" altLang="en-US" sz="4430">
              <a:ea typeface="宋体" panose="02010600030101010101" pitchFamily="2" charset="-122"/>
            </a:endParaRPr>
          </a:p>
        </p:txBody>
      </p:sp>
    </p:spTree>
    <p:custDataLst>
      <p:tags r:id="rId1"/>
    </p:custDataLst>
  </p:cSld>
  <p:clrMapOvr>
    <a:masterClrMapping/>
  </p:clrMapOvr>
  <p:transition>
    <p:random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 nodeType="clickPar">
                      <p:stCondLst>
                        <p:cond delay="indefinite"/>
                      </p:stCondLst>
                      <p:childTnLst>
                        <p:par>
                          <p:cTn id="9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0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anim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2" name="Google Shape;402;p2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" y="2"/>
            <a:ext cx="9001125" cy="5400675"/>
          </a:xfrm>
          <a:prstGeom prst="rect">
            <a:avLst/>
          </a:prstGeom>
          <a:noFill/>
          <a:ln>
            <a:noFill/>
          </a:ln>
        </p:spPr>
      </p:pic>
      <p:sp>
        <p:nvSpPr>
          <p:cNvPr id="403" name="Google Shape;403;p22"/>
          <p:cNvSpPr/>
          <p:nvPr/>
        </p:nvSpPr>
        <p:spPr>
          <a:xfrm>
            <a:off x="0" y="0"/>
            <a:ext cx="9001125" cy="5400675"/>
          </a:xfrm>
          <a:prstGeom prst="roundRect">
            <a:avLst>
              <a:gd name="adj" fmla="val 0"/>
            </a:avLst>
          </a:prstGeom>
          <a:solidFill>
            <a:schemeClr val="dk1">
              <a:alpha val="40000"/>
            </a:schemeClr>
          </a:solidFill>
          <a:ln>
            <a:noFill/>
          </a:ln>
        </p:spPr>
        <p:txBody>
          <a:bodyPr spcFirstLastPara="1" wrap="square" lIns="69125" tIns="34550" rIns="69125" bIns="345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grpSp>
        <p:nvGrpSpPr>
          <p:cNvPr id="404" name="Google Shape;404;p22"/>
          <p:cNvGrpSpPr/>
          <p:nvPr/>
        </p:nvGrpSpPr>
        <p:grpSpPr>
          <a:xfrm>
            <a:off x="1590067" y="1306149"/>
            <a:ext cx="5821011" cy="1794490"/>
            <a:chOff x="2035834" y="1992702"/>
            <a:chExt cx="7884544" cy="2278717"/>
          </a:xfrm>
        </p:grpSpPr>
        <p:sp>
          <p:nvSpPr>
            <p:cNvPr id="405" name="Google Shape;405;p22"/>
            <p:cNvSpPr txBox="1"/>
            <p:nvPr/>
          </p:nvSpPr>
          <p:spPr>
            <a:xfrm>
              <a:off x="5215778" y="3501978"/>
              <a:ext cx="1524660" cy="7621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3300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Pray</a:t>
              </a:r>
              <a:endParaRPr dirty="0"/>
            </a:p>
          </p:txBody>
        </p:sp>
        <p:sp>
          <p:nvSpPr>
            <p:cNvPr id="406" name="Google Shape;406;p22"/>
            <p:cNvSpPr txBox="1"/>
            <p:nvPr/>
          </p:nvSpPr>
          <p:spPr>
            <a:xfrm>
              <a:off x="2174243" y="2163150"/>
              <a:ext cx="7522372" cy="152422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zh-CN" sz="7200" b="1" dirty="0">
                  <a:solidFill>
                    <a:schemeClr val="lt1"/>
                  </a:solidFill>
                  <a:latin typeface="Libre Franklin"/>
                  <a:ea typeface="Libre Franklin"/>
                  <a:cs typeface="Libre Franklin"/>
                  <a:sym typeface="Libre Franklin"/>
                </a:rPr>
                <a:t>奉 献 祝 福</a:t>
              </a:r>
              <a:endParaRPr b="1" dirty="0"/>
            </a:p>
          </p:txBody>
        </p:sp>
        <p:sp>
          <p:nvSpPr>
            <p:cNvPr id="407" name="Google Shape;407;p22"/>
            <p:cNvSpPr/>
            <p:nvPr/>
          </p:nvSpPr>
          <p:spPr>
            <a:xfrm>
              <a:off x="2035834" y="1992702"/>
              <a:ext cx="7884544" cy="2278717"/>
            </a:xfrm>
            <a:prstGeom prst="rect">
              <a:avLst/>
            </a:prstGeom>
            <a:noFill/>
            <a:ln w="2857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reveal/>
      </p:transition>
    </mc:Choice>
    <mc:Fallback xmlns="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5="http://schemas.microsoft.com/office/powerpoint/2012/main" xmlns:ahyp="http://schemas.microsoft.com/office/drawing/2018/hyperlinkcolor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23"/>
          <p:cNvSpPr txBox="1"/>
          <p:nvPr/>
        </p:nvSpPr>
        <p:spPr>
          <a:xfrm>
            <a:off x="2340326" y="2124275"/>
            <a:ext cx="4752528" cy="11079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60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教 会 消 息</a:t>
            </a:r>
            <a:endParaRPr/>
          </a:p>
        </p:txBody>
      </p:sp>
      <p:sp>
        <p:nvSpPr>
          <p:cNvPr id="413" name="Google Shape;413;p23"/>
          <p:cNvSpPr/>
          <p:nvPr/>
        </p:nvSpPr>
        <p:spPr>
          <a:xfrm>
            <a:off x="1836266" y="1980257"/>
            <a:ext cx="5184576" cy="1368152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26"/>
          <p:cNvSpPr txBox="1"/>
          <p:nvPr/>
        </p:nvSpPr>
        <p:spPr>
          <a:xfrm>
            <a:off x="108074" y="1593949"/>
            <a:ext cx="6696744" cy="11063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6600" b="1" dirty="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主  祷  文</a:t>
            </a:r>
            <a:endParaRPr sz="6600" b="1" dirty="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33" name="Google Shape;433;p26"/>
          <p:cNvSpPr/>
          <p:nvPr/>
        </p:nvSpPr>
        <p:spPr>
          <a:xfrm>
            <a:off x="612130" y="1404193"/>
            <a:ext cx="5616624" cy="1512168"/>
          </a:xfrm>
          <a:prstGeom prst="rect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7"/>
          <p:cNvSpPr txBox="1">
            <a:spLocks noGrp="1"/>
          </p:cNvSpPr>
          <p:nvPr>
            <p:ph type="subTitle" idx="1"/>
          </p:nvPr>
        </p:nvSpPr>
        <p:spPr>
          <a:xfrm>
            <a:off x="35942" y="1260177"/>
            <a:ext cx="9001125" cy="3528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3080"/>
              <a:buNone/>
            </a:pPr>
            <a:r>
              <a:rPr lang="zh-CN" sz="7000" b="1" dirty="0">
                <a:latin typeface="+mj-lt"/>
              </a:rPr>
              <a:t>我们在天上的 父</a:t>
            </a:r>
            <a:endParaRPr sz="7000" b="1" dirty="0">
              <a:latin typeface="+mj-lt"/>
            </a:endParaRPr>
          </a:p>
          <a:p>
            <a:pPr marL="0" lvl="0" indent="0" algn="ctr" rtl="0">
              <a:spcBef>
                <a:spcPts val="880"/>
              </a:spcBef>
              <a:spcAft>
                <a:spcPts val="0"/>
              </a:spcAft>
              <a:buSzPts val="3080"/>
              <a:buNone/>
            </a:pPr>
            <a:r>
              <a:rPr lang="zh-CN" sz="7000" b="1" dirty="0">
                <a:latin typeface="+mj-lt"/>
              </a:rPr>
              <a:t>愿人都尊你的名为圣</a:t>
            </a:r>
            <a:endParaRPr sz="7000" b="1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5601247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27"/>
          <p:cNvSpPr txBox="1">
            <a:spLocks noGrp="1"/>
          </p:cNvSpPr>
          <p:nvPr>
            <p:ph type="subTitle" idx="1"/>
          </p:nvPr>
        </p:nvSpPr>
        <p:spPr>
          <a:xfrm>
            <a:off x="35942" y="1260177"/>
            <a:ext cx="9001125" cy="35283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ctr" anchorCtr="0">
            <a:noAutofit/>
          </a:bodyPr>
          <a:lstStyle/>
          <a:p>
            <a:pPr marL="0" lvl="0" indent="0" algn="ctr" rtl="0">
              <a:spcBef>
                <a:spcPts val="880"/>
              </a:spcBef>
              <a:spcAft>
                <a:spcPts val="0"/>
              </a:spcAft>
              <a:buSzPts val="3080"/>
              <a:buNone/>
            </a:pPr>
            <a:r>
              <a:rPr lang="zh-CN" sz="7000" b="1" dirty="0">
                <a:latin typeface="+mj-lt"/>
              </a:rPr>
              <a:t>愿你的国</a:t>
            </a:r>
            <a:r>
              <a:rPr lang="zh-CN" altLang="en-US" sz="7000" b="1" dirty="0">
                <a:latin typeface="+mj-lt"/>
              </a:rPr>
              <a:t>度</a:t>
            </a:r>
            <a:r>
              <a:rPr lang="zh-CN" sz="7000" b="1" dirty="0">
                <a:latin typeface="+mj-lt"/>
              </a:rPr>
              <a:t>降临</a:t>
            </a:r>
            <a:endParaRPr sz="7000" b="1" dirty="0">
              <a:latin typeface="+mj-lt"/>
            </a:endParaRPr>
          </a:p>
          <a:p>
            <a:pPr marL="0" lvl="0" indent="0" algn="ctr" rtl="0">
              <a:spcBef>
                <a:spcPts val="880"/>
              </a:spcBef>
              <a:spcAft>
                <a:spcPts val="0"/>
              </a:spcAft>
              <a:buSzPts val="3080"/>
              <a:buNone/>
            </a:pPr>
            <a:r>
              <a:rPr lang="zh-CN" sz="7000" b="1" dirty="0">
                <a:latin typeface="+mj-lt"/>
              </a:rPr>
              <a:t>愿你的旨意行在地上</a:t>
            </a:r>
            <a:endParaRPr sz="7000" b="1" dirty="0">
              <a:latin typeface="+mj-lt"/>
            </a:endParaRPr>
          </a:p>
          <a:p>
            <a:pPr marL="0" lvl="0" indent="0" algn="ctr" rtl="0">
              <a:spcBef>
                <a:spcPts val="880"/>
              </a:spcBef>
              <a:spcAft>
                <a:spcPts val="0"/>
              </a:spcAft>
              <a:buSzPts val="3080"/>
              <a:buNone/>
            </a:pPr>
            <a:r>
              <a:rPr lang="zh-CN" sz="7000" b="1" dirty="0">
                <a:latin typeface="+mj-lt"/>
              </a:rPr>
              <a:t>如同行在天上。</a:t>
            </a:r>
            <a:endParaRPr sz="7000" b="1" dirty="0">
              <a:latin typeface="+mj-l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p28"/>
          <p:cNvSpPr txBox="1">
            <a:spLocks noGrp="1"/>
          </p:cNvSpPr>
          <p:nvPr>
            <p:ph type="subTitle" idx="1"/>
          </p:nvPr>
        </p:nvSpPr>
        <p:spPr>
          <a:xfrm>
            <a:off x="-1" y="1620217"/>
            <a:ext cx="9001125" cy="3780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我们日用的饮食</a:t>
            </a:r>
            <a:endParaRPr sz="7000" dirty="0">
              <a:latin typeface="+mj-lt"/>
              <a:ea typeface="+mn-e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今日赐给我们</a:t>
            </a:r>
            <a:endParaRPr sz="7000" dirty="0">
              <a:latin typeface="+mj-lt"/>
              <a:ea typeface="+mn-e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免我们所欠的债</a:t>
            </a:r>
            <a:endParaRPr sz="7000" b="1" dirty="0">
              <a:latin typeface="+mj-lt"/>
              <a:ea typeface="+mn-ea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如同我们免了人的债</a:t>
            </a:r>
            <a:endParaRPr lang="en-US" altLang="zh-CN" sz="7000" b="1" dirty="0">
              <a:latin typeface="+mj-lt"/>
              <a:ea typeface="+mn-ea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altLang="en-US" sz="7000" b="1" dirty="0">
                <a:latin typeface="+mj-lt"/>
                <a:ea typeface="+mn-ea"/>
                <a:cs typeface="Arial"/>
                <a:sym typeface="Arial"/>
              </a:rPr>
              <a:t>哈利路亚</a:t>
            </a:r>
            <a:endParaRPr sz="7000" b="1" dirty="0">
              <a:latin typeface="+mj-lt"/>
              <a:ea typeface="+mn-ea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9"/>
          <p:cNvSpPr txBox="1">
            <a:spLocks noGrp="1"/>
          </p:cNvSpPr>
          <p:nvPr>
            <p:ph type="subTitle" idx="1"/>
          </p:nvPr>
        </p:nvSpPr>
        <p:spPr>
          <a:xfrm>
            <a:off x="10" y="1620217"/>
            <a:ext cx="9001125" cy="3024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SimSun" panose="02010600030101010101" pitchFamily="2" charset="-122"/>
                <a:cs typeface="Arial"/>
                <a:sym typeface="Arial"/>
              </a:rPr>
              <a:t>不叫我们遇见试探</a:t>
            </a:r>
            <a:endParaRPr sz="7000" b="1" dirty="0">
              <a:latin typeface="+mj-lt"/>
              <a:ea typeface="SimSun" panose="02010600030101010101" pitchFamily="2" charset="-122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SimSun" panose="02010600030101010101" pitchFamily="2" charset="-122"/>
                <a:cs typeface="Arial"/>
                <a:sym typeface="Arial"/>
              </a:rPr>
              <a:t>救我们脱离凶恶</a:t>
            </a:r>
            <a:endParaRPr sz="7000" dirty="0">
              <a:latin typeface="+mj-lt"/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756529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9"/>
          <p:cNvSpPr txBox="1">
            <a:spLocks noGrp="1"/>
          </p:cNvSpPr>
          <p:nvPr>
            <p:ph type="subTitle" idx="1"/>
          </p:nvPr>
        </p:nvSpPr>
        <p:spPr>
          <a:xfrm>
            <a:off x="10" y="1620217"/>
            <a:ext cx="9001125" cy="3024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因为国度</a:t>
            </a:r>
            <a:endParaRPr sz="7000" b="1" dirty="0">
              <a:latin typeface="+mj-lt"/>
              <a:ea typeface="+mn-ea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权柄和荣耀</a:t>
            </a:r>
            <a:endParaRPr sz="7000" dirty="0">
              <a:latin typeface="+mj-lt"/>
              <a:ea typeface="+mn-e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sz="7000" b="1" dirty="0">
                <a:latin typeface="+mj-lt"/>
                <a:ea typeface="+mn-ea"/>
                <a:cs typeface="Arial"/>
                <a:sym typeface="Arial"/>
              </a:rPr>
              <a:t>全是你的，直到永远</a:t>
            </a:r>
            <a:endParaRPr sz="7000" dirty="0">
              <a:latin typeface="+mj-lt"/>
              <a:ea typeface="+mn-ea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p29"/>
          <p:cNvSpPr txBox="1">
            <a:spLocks noGrp="1"/>
          </p:cNvSpPr>
          <p:nvPr>
            <p:ph type="subTitle" idx="1"/>
          </p:nvPr>
        </p:nvSpPr>
        <p:spPr>
          <a:xfrm>
            <a:off x="10" y="1620217"/>
            <a:ext cx="9001125" cy="30243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9825" tIns="44900" rIns="89825" bIns="44900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altLang="en-US" sz="7000" b="1" dirty="0">
                <a:latin typeface="+mj-lt"/>
                <a:ea typeface="SimSun" panose="02010600030101010101" pitchFamily="2" charset="-122"/>
                <a:cs typeface="Arial"/>
                <a:sym typeface="Arial"/>
              </a:rPr>
              <a:t>我要一生一世寻求</a:t>
            </a:r>
            <a:endParaRPr lang="en-US" altLang="zh-CN" sz="7000" b="1" dirty="0">
              <a:latin typeface="+mj-lt"/>
              <a:ea typeface="SimSun" panose="02010600030101010101" pitchFamily="2" charset="-122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altLang="en-US" sz="7000" b="1" dirty="0">
                <a:latin typeface="+mj-lt"/>
                <a:ea typeface="SimSun" panose="02010600030101010101" pitchFamily="2" charset="-122"/>
                <a:cs typeface="Arial"/>
                <a:sym typeface="Arial"/>
              </a:rPr>
              <a:t>在主殿中瞻仰荣美</a:t>
            </a:r>
            <a:endParaRPr lang="en-US" altLang="zh-CN" sz="7000" b="1" dirty="0">
              <a:latin typeface="+mj-lt"/>
              <a:ea typeface="SimSun" panose="02010600030101010101" pitchFamily="2" charset="-122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altLang="en-US" sz="7000" b="1" dirty="0">
                <a:latin typeface="+mj-lt"/>
                <a:ea typeface="SimSun" panose="02010600030101010101" pitchFamily="2" charset="-122"/>
                <a:cs typeface="Arial"/>
                <a:sym typeface="Arial"/>
              </a:rPr>
              <a:t>因为国度权柄和荣耀</a:t>
            </a:r>
            <a:endParaRPr lang="en-US" altLang="zh-CN" sz="7000" b="1" dirty="0">
              <a:latin typeface="+mj-lt"/>
              <a:ea typeface="SimSun" panose="02010600030101010101" pitchFamily="2" charset="-122"/>
              <a:cs typeface="Arial"/>
              <a:sym typeface="Arial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rgbClr val="44332A"/>
              </a:buClr>
              <a:buSzPts val="4400"/>
              <a:buNone/>
            </a:pPr>
            <a:r>
              <a:rPr lang="zh-CN" altLang="en-US" sz="7000" b="1" dirty="0">
                <a:latin typeface="+mj-lt"/>
                <a:ea typeface="SimSun" panose="02010600030101010101" pitchFamily="2" charset="-122"/>
                <a:cs typeface="Arial"/>
                <a:sym typeface="Arial"/>
              </a:rPr>
              <a:t>全是你的直到永远</a:t>
            </a:r>
            <a:endParaRPr sz="7000" b="1" dirty="0">
              <a:latin typeface="+mj-lt"/>
              <a:ea typeface="SimSun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5661886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30"/>
          <p:cNvSpPr txBox="1"/>
          <p:nvPr/>
        </p:nvSpPr>
        <p:spPr>
          <a:xfrm>
            <a:off x="3060402" y="1232886"/>
            <a:ext cx="4680520" cy="13234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8000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祝   祷</a:t>
            </a:r>
            <a:endParaRPr/>
          </a:p>
        </p:txBody>
      </p:sp>
      <p:sp>
        <p:nvSpPr>
          <p:cNvPr id="460" name="Google Shape;460;p30"/>
          <p:cNvSpPr/>
          <p:nvPr/>
        </p:nvSpPr>
        <p:spPr>
          <a:xfrm>
            <a:off x="2340324" y="1116161"/>
            <a:ext cx="4464496" cy="1872208"/>
          </a:xfrm>
          <a:prstGeom prst="rect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sp>
        <p:nvSpPr>
          <p:cNvPr id="461" name="Google Shape;461;p30"/>
          <p:cNvSpPr txBox="1"/>
          <p:nvPr/>
        </p:nvSpPr>
        <p:spPr>
          <a:xfrm>
            <a:off x="4068514" y="2340297"/>
            <a:ext cx="1224136" cy="6463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36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Pray</a:t>
            </a:r>
            <a:endParaRPr/>
          </a:p>
        </p:txBody>
      </p:sp>
    </p:spTree>
  </p:cSld>
  <p:clrMapOvr>
    <a:masterClrMapping/>
  </p:clrMapOvr>
  <p:transition spd="med"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TEMPLATE_SUBCATEGORY" val="0"/>
  <p:tag name="KSO_WM_TAG_VERSION" val="1.0"/>
  <p:tag name="KSO_WM_BEAUTIFY_FLAG" val="#wm#"/>
  <p:tag name="KSO_WM_TEMPLATE_CATEGORY" val="custom"/>
  <p:tag name="KSO_WM_TEMPLATE_INDEX" val="20187308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187308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TEMPLATE_SUBCATEGORY" val="0"/>
  <p:tag name="KSO_WM_TAG_VERSION" val="1.0"/>
  <p:tag name="KSO_WM_BEAUTIFY_FLAG" val="#wm#"/>
  <p:tag name="KSO_WM_TEMPLATE_CATEGORY" val="custom"/>
  <p:tag name="KSO_WM_TEMPLATE_INDEX" val="20187308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2、3、6、8、10、11、12、15"/>
  <p:tag name="KSO_WM_SLIDE_ID" val="custom20187308_1"/>
  <p:tag name="KSO_WM_TEMPLATE_SUBCATEGORY" val="0"/>
  <p:tag name="KSO_WM_SLIDE_TYPE" val="title"/>
  <p:tag name="KSO_WM_SLIDE_SUBTYPE" val="pureTxt"/>
  <p:tag name="KSO_WM_SLIDE_ITEM_CNT" val="0"/>
  <p:tag name="KSO_WM_SLIDE_INDEX" val="1"/>
  <p:tag name="KSO_WM_TAG_VERSION" val="1.0"/>
  <p:tag name="KSO_WM_BEAUTIFY_FLAG" val="#wm#"/>
  <p:tag name="KSO_WM_TEMPLATE_CATEGORY" val="custom"/>
  <p:tag name="KSO_WM_TEMPLATE_INDEX" val="20187308"/>
  <p:tag name="KSO_WM_SLIDE_LAYOUT" val="a_b"/>
  <p:tag name="KSO_WM_SLIDE_LAYOUT_CNT" val="1_1"/>
</p:tagLst>
</file>

<file path=ppt/theme/theme1.xml><?xml version="1.0" encoding="utf-8"?>
<a:theme xmlns:a="http://schemas.openxmlformats.org/drawingml/2006/main" name="跋涉">
  <a:themeElements>
    <a:clrScheme name="跋涉">
      <a:dk1>
        <a:srgbClr val="000000"/>
      </a:dk1>
      <a:lt1>
        <a:srgbClr val="FFFFFF"/>
      </a:lt1>
      <a:dk2>
        <a:srgbClr val="4E3B30"/>
      </a:dk2>
      <a:lt2>
        <a:srgbClr val="FBEEC9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古瓶荷花">
  <a:themeElements>
    <a:clrScheme name="古瓶荷花 1">
      <a:dk1>
        <a:srgbClr val="0033CC"/>
      </a:dk1>
      <a:lt1>
        <a:srgbClr val="FFFFFF"/>
      </a:lt1>
      <a:dk2>
        <a:srgbClr val="007572"/>
      </a:dk2>
      <a:lt2>
        <a:srgbClr val="C0C0C0"/>
      </a:lt2>
      <a:accent1>
        <a:srgbClr val="CCECFF"/>
      </a:accent1>
      <a:accent2>
        <a:srgbClr val="3399FF"/>
      </a:accent2>
      <a:accent3>
        <a:srgbClr val="FFFFFF"/>
      </a:accent3>
      <a:accent4>
        <a:srgbClr val="002AAE"/>
      </a:accent4>
      <a:accent5>
        <a:srgbClr val="E2F4FF"/>
      </a:accent5>
      <a:accent6>
        <a:srgbClr val="2D8AE7"/>
      </a:accent6>
      <a:hlink>
        <a:srgbClr val="CC0066"/>
      </a:hlink>
      <a:folHlink>
        <a:srgbClr val="7D7DA9"/>
      </a:folHlink>
    </a:clrScheme>
    <a:fontScheme name="古瓶荷花">
      <a:majorFont>
        <a:latin typeface="Arial"/>
        <a:ea typeface="宋体"/>
        <a:cs typeface=""/>
      </a:majorFont>
      <a:minorFont>
        <a:latin typeface="Arial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t" anchorCtr="0" compatLnSpc="1">
        <a:prstTxWarp prst="textNoShape">
          <a:avLst/>
        </a:prstTxWarp>
        <a:spAutoFit/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zh-CN" alt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古瓶荷花 1">
        <a:dk1>
          <a:srgbClr val="0033CC"/>
        </a:dk1>
        <a:lt1>
          <a:srgbClr val="FFFFFF"/>
        </a:lt1>
        <a:dk2>
          <a:srgbClr val="007572"/>
        </a:dk2>
        <a:lt2>
          <a:srgbClr val="C0C0C0"/>
        </a:lt2>
        <a:accent1>
          <a:srgbClr val="CCECFF"/>
        </a:accent1>
        <a:accent2>
          <a:srgbClr val="3399FF"/>
        </a:accent2>
        <a:accent3>
          <a:srgbClr val="FFFFFF"/>
        </a:accent3>
        <a:accent4>
          <a:srgbClr val="002AAE"/>
        </a:accent4>
        <a:accent5>
          <a:srgbClr val="E2F4FF"/>
        </a:accent5>
        <a:accent6>
          <a:srgbClr val="2D8AE7"/>
        </a:accent6>
        <a:hlink>
          <a:srgbClr val="CC0066"/>
        </a:hlink>
        <a:folHlink>
          <a:srgbClr val="7D7DA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2">
        <a:dk1>
          <a:srgbClr val="007A77"/>
        </a:dk1>
        <a:lt1>
          <a:srgbClr val="EFF6EE"/>
        </a:lt1>
        <a:dk2>
          <a:srgbClr val="0066CC"/>
        </a:dk2>
        <a:lt2>
          <a:srgbClr val="C0C0C0"/>
        </a:lt2>
        <a:accent1>
          <a:srgbClr val="E7EEE6"/>
        </a:accent1>
        <a:accent2>
          <a:srgbClr val="FF9933"/>
        </a:accent2>
        <a:accent3>
          <a:srgbClr val="F6FAF5"/>
        </a:accent3>
        <a:accent4>
          <a:srgbClr val="006765"/>
        </a:accent4>
        <a:accent5>
          <a:srgbClr val="F1F5F0"/>
        </a:accent5>
        <a:accent6>
          <a:srgbClr val="E78A2D"/>
        </a:accent6>
        <a:hlink>
          <a:srgbClr val="636395"/>
        </a:hlink>
        <a:folHlink>
          <a:srgbClr val="CC33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3">
        <a:dk1>
          <a:srgbClr val="000000"/>
        </a:dk1>
        <a:lt1>
          <a:srgbClr val="CCFFCC"/>
        </a:lt1>
        <a:dk2>
          <a:srgbClr val="E88A00"/>
        </a:dk2>
        <a:lt2>
          <a:srgbClr val="C0C0C0"/>
        </a:lt2>
        <a:accent1>
          <a:srgbClr val="CCECFF"/>
        </a:accent1>
        <a:accent2>
          <a:srgbClr val="336600"/>
        </a:accent2>
        <a:accent3>
          <a:srgbClr val="E2FFE2"/>
        </a:accent3>
        <a:accent4>
          <a:srgbClr val="000000"/>
        </a:accent4>
        <a:accent5>
          <a:srgbClr val="E2F4FF"/>
        </a:accent5>
        <a:accent6>
          <a:srgbClr val="2D5C00"/>
        </a:accent6>
        <a:hlink>
          <a:srgbClr val="3333CC"/>
        </a:hlink>
        <a:folHlink>
          <a:srgbClr val="33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4">
        <a:dk1>
          <a:srgbClr val="000000"/>
        </a:dk1>
        <a:lt1>
          <a:srgbClr val="FFFFCC"/>
        </a:lt1>
        <a:dk2>
          <a:srgbClr val="CC3300"/>
        </a:dk2>
        <a:lt2>
          <a:srgbClr val="C0C0C0"/>
        </a:lt2>
        <a:accent1>
          <a:srgbClr val="FFFFCC"/>
        </a:accent1>
        <a:accent2>
          <a:srgbClr val="339933"/>
        </a:accent2>
        <a:accent3>
          <a:srgbClr val="FFFFE2"/>
        </a:accent3>
        <a:accent4>
          <a:srgbClr val="000000"/>
        </a:accent4>
        <a:accent5>
          <a:srgbClr val="FFFFE2"/>
        </a:accent5>
        <a:accent6>
          <a:srgbClr val="2D8A2D"/>
        </a:accent6>
        <a:hlink>
          <a:srgbClr val="0066FF"/>
        </a:hlink>
        <a:folHlink>
          <a:srgbClr val="6F6F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5">
        <a:dk1>
          <a:srgbClr val="636395"/>
        </a:dk1>
        <a:lt1>
          <a:srgbClr val="FFE2C5"/>
        </a:lt1>
        <a:dk2>
          <a:srgbClr val="000000"/>
        </a:dk2>
        <a:lt2>
          <a:srgbClr val="C0C0C0"/>
        </a:lt2>
        <a:accent1>
          <a:srgbClr val="FFE1E1"/>
        </a:accent1>
        <a:accent2>
          <a:srgbClr val="FF9933"/>
        </a:accent2>
        <a:accent3>
          <a:srgbClr val="FFEEDF"/>
        </a:accent3>
        <a:accent4>
          <a:srgbClr val="53537E"/>
        </a:accent4>
        <a:accent5>
          <a:srgbClr val="FFEEEE"/>
        </a:accent5>
        <a:accent6>
          <a:srgbClr val="E78A2D"/>
        </a:accent6>
        <a:hlink>
          <a:srgbClr val="008080"/>
        </a:hlink>
        <a:folHlink>
          <a:srgbClr val="33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6">
        <a:dk1>
          <a:srgbClr val="626292"/>
        </a:dk1>
        <a:lt1>
          <a:srgbClr val="CCECFF"/>
        </a:lt1>
        <a:dk2>
          <a:srgbClr val="3333CC"/>
        </a:dk2>
        <a:lt2>
          <a:srgbClr val="C0C0C0"/>
        </a:lt2>
        <a:accent1>
          <a:srgbClr val="D9F1FF"/>
        </a:accent1>
        <a:accent2>
          <a:srgbClr val="FF9900"/>
        </a:accent2>
        <a:accent3>
          <a:srgbClr val="E2F4FF"/>
        </a:accent3>
        <a:accent4>
          <a:srgbClr val="53537C"/>
        </a:accent4>
        <a:accent5>
          <a:srgbClr val="E9F7FF"/>
        </a:accent5>
        <a:accent6>
          <a:srgbClr val="E78A00"/>
        </a:accent6>
        <a:hlink>
          <a:srgbClr val="CC0066"/>
        </a:hlink>
        <a:folHlink>
          <a:srgbClr val="00999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7">
        <a:dk1>
          <a:srgbClr val="0066CC"/>
        </a:dk1>
        <a:lt1>
          <a:srgbClr val="FFE1E1"/>
        </a:lt1>
        <a:dk2>
          <a:srgbClr val="006600"/>
        </a:dk2>
        <a:lt2>
          <a:srgbClr val="C0C0C0"/>
        </a:lt2>
        <a:accent1>
          <a:srgbClr val="FFFFCC"/>
        </a:accent1>
        <a:accent2>
          <a:srgbClr val="009999"/>
        </a:accent2>
        <a:accent3>
          <a:srgbClr val="FFEEEE"/>
        </a:accent3>
        <a:accent4>
          <a:srgbClr val="0056AE"/>
        </a:accent4>
        <a:accent5>
          <a:srgbClr val="FFFFE2"/>
        </a:accent5>
        <a:accent6>
          <a:srgbClr val="008A8A"/>
        </a:accent6>
        <a:hlink>
          <a:srgbClr val="EC0000"/>
        </a:hlink>
        <a:folHlink>
          <a:srgbClr val="0099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古瓶荷花 8">
        <a:dk1>
          <a:srgbClr val="292929"/>
        </a:dk1>
        <a:lt1>
          <a:srgbClr val="DDDDDD"/>
        </a:lt1>
        <a:dk2>
          <a:srgbClr val="0066CC"/>
        </a:dk2>
        <a:lt2>
          <a:srgbClr val="B2B2B2"/>
        </a:lt2>
        <a:accent1>
          <a:srgbClr val="CACADC"/>
        </a:accent1>
        <a:accent2>
          <a:srgbClr val="FFCC00"/>
        </a:accent2>
        <a:accent3>
          <a:srgbClr val="EBEBEB"/>
        </a:accent3>
        <a:accent4>
          <a:srgbClr val="212121"/>
        </a:accent4>
        <a:accent5>
          <a:srgbClr val="E1E1EB"/>
        </a:accent5>
        <a:accent6>
          <a:srgbClr val="E7B900"/>
        </a:accent6>
        <a:hlink>
          <a:srgbClr val="008080"/>
        </a:hlink>
        <a:folHlink>
          <a:srgbClr val="7D7DA9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">
      <a:dk1>
        <a:sysClr val="windowText" lastClr="000000"/>
      </a:dk1>
      <a:lt1>
        <a:sysClr val="window" lastClr="FFFFFF"/>
      </a:lt1>
      <a:dk2>
        <a:srgbClr val="17406D"/>
      </a:dk2>
      <a:lt2>
        <a:srgbClr val="C7D5E2"/>
      </a:lt2>
      <a:accent1>
        <a:srgbClr val="7CCA62"/>
      </a:accent1>
      <a:accent2>
        <a:srgbClr val="009DD9"/>
      </a:accent2>
      <a:accent3>
        <a:srgbClr val="0BD0D9"/>
      </a:accent3>
      <a:accent4>
        <a:srgbClr val="10CF9B"/>
      </a:accent4>
      <a:accent5>
        <a:srgbClr val="0F6FC6"/>
      </a:accent5>
      <a:accent6>
        <a:srgbClr val="A5C249"/>
      </a:accent6>
      <a:hlink>
        <a:srgbClr val="F49100"/>
      </a:hlink>
      <a:folHlink>
        <a:srgbClr val="85DFD0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1_Office 主题​​">
  <a:themeElements>
    <a:clrScheme name="">
      <a:dk1>
        <a:sysClr val="windowText" lastClr="000000"/>
      </a:dk1>
      <a:lt1>
        <a:sysClr val="window" lastClr="FFFFFF"/>
      </a:lt1>
      <a:dk2>
        <a:srgbClr val="17406D"/>
      </a:dk2>
      <a:lt2>
        <a:srgbClr val="C7D5E2"/>
      </a:lt2>
      <a:accent1>
        <a:srgbClr val="7CCA62"/>
      </a:accent1>
      <a:accent2>
        <a:srgbClr val="009DD9"/>
      </a:accent2>
      <a:accent3>
        <a:srgbClr val="0BD0D9"/>
      </a:accent3>
      <a:accent4>
        <a:srgbClr val="10CF9B"/>
      </a:accent4>
      <a:accent5>
        <a:srgbClr val="0F6FC6"/>
      </a:accent5>
      <a:accent6>
        <a:srgbClr val="A5C249"/>
      </a:accent6>
      <a:hlink>
        <a:srgbClr val="F49100"/>
      </a:hlink>
      <a:folHlink>
        <a:srgbClr val="85DFD0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테마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491</TotalTime>
  <Words>834</Words>
  <Application>Microsoft Macintosh PowerPoint</Application>
  <PresentationFormat>自定义</PresentationFormat>
  <Paragraphs>140</Paragraphs>
  <Slides>28</Slides>
  <Notes>27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4</vt:i4>
      </vt:variant>
      <vt:variant>
        <vt:lpstr>幻灯片标题</vt:lpstr>
      </vt:variant>
      <vt:variant>
        <vt:i4>28</vt:i4>
      </vt:variant>
    </vt:vector>
  </HeadingPairs>
  <TitlesOfParts>
    <vt:vector size="43" baseType="lpstr">
      <vt:lpstr>Noto Sans Symbols</vt:lpstr>
      <vt:lpstr>微软雅黑</vt:lpstr>
      <vt:lpstr>Malgun Gothic</vt:lpstr>
      <vt:lpstr>MS PGothic</vt:lpstr>
      <vt:lpstr>宋体</vt:lpstr>
      <vt:lpstr>Calibri</vt:lpstr>
      <vt:lpstr>Wingdings</vt:lpstr>
      <vt:lpstr>微软雅黑</vt:lpstr>
      <vt:lpstr>Libre Franklin Thin</vt:lpstr>
      <vt:lpstr>Arial</vt:lpstr>
      <vt:lpstr>Libre Franklin</vt:lpstr>
      <vt:lpstr>跋涉</vt:lpstr>
      <vt:lpstr>古瓶荷花</vt:lpstr>
      <vt:lpstr>Office 主题​​</vt:lpstr>
      <vt:lpstr>1_Office 主题​​</vt:lpstr>
      <vt:lpstr>脚步</vt:lpstr>
      <vt:lpstr>我一生要赞美你</vt:lpstr>
      <vt:lpstr>在这个时刻</vt:lpstr>
      <vt:lpstr>主赐给我的所有恩典</vt:lpstr>
      <vt:lpstr>轻轻听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主我敬拜你</vt:lpstr>
      <vt:lpstr>PowerPoint 演示文稿</vt:lpstr>
      <vt:lpstr>PowerPoint 演示文稿</vt:lpstr>
      <vt:lpstr>求主给我一颗心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耶和华是爱</dc:title>
  <dc:creator>My Note-PC</dc:creator>
  <cp:lastModifiedBy>DONG, HUILU</cp:lastModifiedBy>
  <cp:revision>76</cp:revision>
  <dcterms:created xsi:type="dcterms:W3CDTF">2019-06-09T00:57:22Z</dcterms:created>
  <dcterms:modified xsi:type="dcterms:W3CDTF">2022-06-26T03:25:09Z</dcterms:modified>
</cp:coreProperties>
</file>